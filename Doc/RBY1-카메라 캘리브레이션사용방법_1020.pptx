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83" r:id="rId4"/>
  </p:sldMasterIdLst>
  <p:notesMasterIdLst>
    <p:notesMasterId r:id="rId18"/>
  </p:notesMasterIdLst>
  <p:handoutMasterIdLst>
    <p:handoutMasterId r:id="rId19"/>
  </p:handoutMasterIdLst>
  <p:sldIdLst>
    <p:sldId id="720" r:id="rId5"/>
    <p:sldId id="616" r:id="rId6"/>
    <p:sldId id="745" r:id="rId7"/>
    <p:sldId id="746" r:id="rId8"/>
    <p:sldId id="748" r:id="rId9"/>
    <p:sldId id="749" r:id="rId10"/>
    <p:sldId id="755" r:id="rId11"/>
    <p:sldId id="747" r:id="rId12"/>
    <p:sldId id="750" r:id="rId13"/>
    <p:sldId id="751" r:id="rId14"/>
    <p:sldId id="752" r:id="rId15"/>
    <p:sldId id="753" r:id="rId16"/>
    <p:sldId id="754" r:id="rId17"/>
  </p:sldIdLst>
  <p:sldSz cx="12192000" cy="6858000"/>
  <p:notesSz cx="6858000" cy="9144000"/>
  <p:embeddedFontLst>
    <p:embeddedFont>
      <p:font typeface="Lato Black" panose="020F0502020204030203" pitchFamily="34" charset="0"/>
      <p:bold r:id="rId20"/>
      <p:boldItalic r:id="rId21"/>
    </p:embeddedFont>
    <p:embeddedFont>
      <p:font typeface="Noto Sans KR" panose="020B0200000000000000" pitchFamily="50" charset="-127"/>
      <p:regular r:id="rId22"/>
      <p:bold r:id="rId23"/>
    </p:embeddedFont>
    <p:embeddedFont>
      <p:font typeface="Noto Sans KR Light" panose="020B0200000000000000" pitchFamily="50" charset="-127"/>
      <p:regular r:id="rId24"/>
    </p:embeddedFont>
    <p:embeddedFont>
      <p:font typeface="Roboto" panose="02000000000000000000" pitchFamily="2" charset="0"/>
      <p:regular r:id="rId25"/>
      <p:bold r:id="rId26"/>
      <p:italic r:id="rId27"/>
      <p:boldItalic r:id="rId28"/>
    </p:embeddedFont>
    <p:embeddedFont>
      <p:font typeface="Roboto Black" panose="02000000000000000000" pitchFamily="2" charset="0"/>
      <p:bold r:id="rId29"/>
      <p:boldItalic r:id="rId30"/>
    </p:embeddedFont>
    <p:embeddedFont>
      <p:font typeface="Roboto ExtraLight" panose="020B0600000101010101" charset="0"/>
      <p:regular r:id="rId31"/>
      <p:italic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672" userDrawn="1">
          <p15:clr>
            <a:srgbClr val="A4A3A4"/>
          </p15:clr>
        </p15:guide>
        <p15:guide id="3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2522"/>
    <a:srgbClr val="000000"/>
    <a:srgbClr val="424762"/>
    <a:srgbClr val="696D81"/>
    <a:srgbClr val="424242"/>
    <a:srgbClr val="D8CB20"/>
    <a:srgbClr val="F8E81C"/>
    <a:srgbClr val="C8C9C7"/>
    <a:srgbClr val="58160D"/>
    <a:srgbClr val="E282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039" dt="2026-09-02T08:25:03.096"/>
    <p1510:client id="{31BDB9B4-02BF-4AFD-8610-947C9506BD3F}" v="108" dt="2026-09-02T07:44:14.0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어두운 스타일 1 - 강조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677" y="58"/>
      </p:cViewPr>
      <p:guideLst>
        <p:guide orient="horz" pos="2160"/>
        <p:guide pos="67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6.fntdata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31" Type="http://schemas.openxmlformats.org/officeDocument/2006/relationships/font" Target="fonts/font1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5BF15AAC-38A1-97A1-0244-35A90F0AC55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83EAE51-B059-958A-EC5D-6A3CAC4E1AE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C9C3F6-8F98-5A43-8F4A-AA658529BC2C}" type="datetimeFigureOut">
              <a:rPr kumimoji="1" lang="ko-Kore-KR" altLang="en-US" smtClean="0"/>
              <a:t>10/19/2026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CA17EA-EC61-A406-B941-4F8E70B615A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149B67-EF21-645D-F690-2BDE5311C2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601378-51D3-3C49-87B6-CE0085EBE33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417433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FF03E8-D06E-244C-972E-1F219040B222}" type="datetimeFigureOut">
              <a:rPr kumimoji="1" lang="ko-Kore-KR" altLang="en-US" smtClean="0"/>
              <a:t>10/19/2026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B70B5D-573D-8547-83A5-BDE803DE6482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75115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0A1AB-A019-EB2D-0021-C6651AE19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D8F8DE-58A3-299D-FD21-EA476924A6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7A7754-D201-B4F9-01C8-52F4EFDBEF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/>
              <a:t>타이틀 </a:t>
            </a:r>
            <a:r>
              <a:rPr kumimoji="1" lang="en-US" altLang="ko-KR"/>
              <a:t>:</a:t>
            </a:r>
            <a:r>
              <a:rPr kumimoji="1" lang="ko-KR" altLang="en-US"/>
              <a:t> </a:t>
            </a:r>
            <a:r>
              <a:rPr kumimoji="1" lang="en-US" altLang="ko-Kore-KR"/>
              <a:t>Roboto 35 med</a:t>
            </a:r>
          </a:p>
          <a:p>
            <a:r>
              <a:rPr kumimoji="1" lang="ko-KR" altLang="en-US"/>
              <a:t>서브타이틀</a:t>
            </a:r>
            <a:r>
              <a:rPr kumimoji="1" lang="en-US" altLang="ko-KR"/>
              <a:t>16pt – reg</a:t>
            </a:r>
          </a:p>
          <a:p>
            <a:endParaRPr kumimoji="1" lang="en-US" altLang="ko-K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/>
              <a:t>‘</a:t>
            </a:r>
            <a:r>
              <a:rPr lang="en-US" altLang="ko-KR" sz="1200">
                <a:solidFill>
                  <a:schemeClr val="bg1"/>
                </a:solidFill>
                <a:latin typeface="Roboto ExtraLight" pitchFamily="2" charset="0"/>
                <a:ea typeface="Roboto ExtraLight" pitchFamily="2" charset="0"/>
              </a:rPr>
              <a:t>©</a:t>
            </a:r>
            <a:r>
              <a:rPr lang="ko-KR" altLang="en-US" sz="1200">
                <a:solidFill>
                  <a:schemeClr val="bg1"/>
                </a:solidFill>
                <a:latin typeface="Roboto ExtraLight" pitchFamily="2" charset="0"/>
                <a:ea typeface="Adobe 고딕 Std B" panose="020B0800000000000000" pitchFamily="34" charset="-127"/>
              </a:rPr>
              <a:t> </a:t>
            </a:r>
            <a:r>
              <a:rPr lang="en-US" altLang="ko-KR" sz="1200">
                <a:solidFill>
                  <a:schemeClr val="bg1"/>
                </a:solidFill>
                <a:latin typeface="Roboto ExtraLight" pitchFamily="2" charset="0"/>
                <a:ea typeface="Roboto ExtraLight" pitchFamily="2" charset="0"/>
              </a:rPr>
              <a:t>RAINBOW ROBOTICS Inc. All rights reserved.</a:t>
            </a:r>
            <a:r>
              <a:rPr lang="en-US" altLang="ko-KR" sz="1200">
                <a:solidFill>
                  <a:schemeClr val="bg1"/>
                </a:solidFill>
                <a:latin typeface="Roboto ExtraLight" pitchFamily="2" charset="0"/>
                <a:ea typeface="Adobe 고딕 Std B" panose="020B0800000000000000" pitchFamily="34" charset="-127"/>
              </a:rPr>
              <a:t>’</a:t>
            </a:r>
            <a:br>
              <a:rPr lang="en-US" altLang="ko-KR" sz="1200">
                <a:solidFill>
                  <a:schemeClr val="bg1"/>
                </a:solidFill>
                <a:latin typeface="Roboto ExtraLight" pitchFamily="2" charset="0"/>
                <a:ea typeface="Adobe 고딕 Std B" panose="020B0800000000000000" pitchFamily="34" charset="-127"/>
              </a:rPr>
            </a:br>
            <a:r>
              <a:rPr lang="en-US" altLang="ko-KR"/>
              <a:t>Roboto</a:t>
            </a:r>
            <a:r>
              <a:rPr lang="ko-KR" altLang="en-US"/>
              <a:t> </a:t>
            </a:r>
            <a:r>
              <a:rPr lang="en-US" altLang="ko-KR"/>
              <a:t>8pt</a:t>
            </a:r>
            <a:r>
              <a:rPr lang="ko-KR" altLang="en-US"/>
              <a:t> </a:t>
            </a:r>
            <a:r>
              <a:rPr lang="en-US" altLang="ko-KR"/>
              <a:t>–</a:t>
            </a:r>
            <a:r>
              <a:rPr lang="ko-KR" altLang="en-US"/>
              <a:t> </a:t>
            </a:r>
            <a:r>
              <a:rPr kumimoji="1" lang="en-US" altLang="ko-KR"/>
              <a:t>reg </a:t>
            </a:r>
            <a:r>
              <a:rPr kumimoji="1" lang="ko-KR" altLang="en-US"/>
              <a:t>고정 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0A1229-4852-C798-770F-AD7591DF52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30B56-7008-45F0-97B6-1D70035F1D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954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B70B5D-573D-8547-83A5-BDE803DE6482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477535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9A52E-7924-1BE5-320A-944E77BA6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03DF2A2-C9B3-68B2-5147-5B3627B83A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63BA13-927F-3062-1F8C-82C0F41E3C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CEF07B-DC83-34EF-7B6F-593D4F9431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B70B5D-573D-8547-83A5-BDE803DE6482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67870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8D2D1-963A-FB7E-84EF-21B24B54F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5D30DD-EA9F-AE37-B1F5-41E1E26124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8D76D4-776C-B5AE-3CB8-B990914804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E38795-6320-0847-C02D-4AE40BA333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B70B5D-573D-8547-83A5-BDE803DE6482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048334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2D763-0877-8F44-ABFB-020B1F9AA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DF2FF29-DC50-7BCF-4D49-8DB86BF754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03EA33-AB15-C97E-3631-EA7FDFEC74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3408DC-96E2-9871-B260-D8D3296317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B70B5D-573D-8547-83A5-BDE803DE6482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789624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A6B36-47C4-AEAC-8B98-619C71F3A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C7D14E6-994A-C63A-98AD-8D7A2A694C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BABD5B1-7F36-91C7-17AC-DB39FCC471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A2D141-8F3D-1A65-20E5-65382837B1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B70B5D-573D-8547-83A5-BDE803DE6482}" type="slidenum">
              <a:rPr kumimoji="1" lang="ko-Kore-KR" altLang="en-US" smtClean="0"/>
              <a:t>6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789728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E2E9E-9901-4F23-F9C1-1EF7370CE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77FA176-435F-1881-4877-67EAC23892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B0C94C-FBDC-E9AA-5968-662C2E914A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E36799-19B7-51AC-9298-8770F33179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B70B5D-573D-8547-83A5-BDE803DE6482}" type="slidenum">
              <a:rPr kumimoji="1" lang="ko-Kore-KR" altLang="en-US" smtClean="0"/>
              <a:t>7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6726394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61183-1BB3-B41D-12ED-44AE4C41C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75FB8CF-5FAC-1338-4699-366984F542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4896194-CC32-11BF-0393-C7FF3F4651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80CC76-C7BF-0D13-DEF8-EB6BBFCDA9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B70B5D-573D-8547-83A5-BDE803DE6482}" type="slidenum">
              <a:rPr kumimoji="1" lang="ko-Kore-KR" altLang="en-US" smtClean="0"/>
              <a:t>8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26341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02D07-BE12-E8F5-73CD-8E7D3319C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B29B83-79A6-C6D4-EBF5-AE1DE15B4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81B1AC-7B98-A62B-D98D-D3B56B1B10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0A20D4-BD8F-03DD-F81F-6761425411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B70B5D-573D-8547-83A5-BDE803DE6482}" type="slidenum">
              <a:rPr kumimoji="1" lang="ko-Kore-KR" altLang="en-US" smtClean="0"/>
              <a:t>9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189422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59692-6A9B-BF1D-7918-153AB0900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E464D8-9331-70A0-E0BD-5B0A8F376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0BE70C6-8894-0CD2-0ED2-C861C83101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8DD405-7742-4818-87B3-214B623129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B70B5D-573D-8547-83A5-BDE803DE6482}" type="slidenum">
              <a:rPr kumimoji="1" lang="ko-Kore-KR" altLang="en-US" smtClean="0"/>
              <a:t>10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2013232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80376-2DA8-3D4B-804D-5FADDD549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51D8BC-2B1B-CCC6-E614-A0F5F5769B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61A8FB-FC52-4444-3C3A-756750DC3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90118A-ADC9-D33F-A404-D19562383B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B70B5D-573D-8547-83A5-BDE803DE6482}" type="slidenum">
              <a:rPr kumimoji="1" lang="ko-Kore-KR" altLang="en-US" smtClean="0"/>
              <a:t>11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5742767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0791E-2605-E4C2-4788-8875A7FD9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9DFAF37-AB7C-52F8-4CC8-70EF844B61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B452AFD-FF50-8DFF-09F4-7C18AC95BB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49C0F7-1B45-FA6F-0D26-A51098664E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B70B5D-573D-8547-83A5-BDE803DE6482}" type="slidenum">
              <a:rPr kumimoji="1" lang="ko-Kore-KR" altLang="en-US" smtClean="0"/>
              <a:t>12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086051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FAC2C-0616-4F18-D7B3-DF13E21CD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38ED66A-1641-FDCC-81ED-10CC147D5F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0AC4E9-F660-BA8E-BB93-88AC69CD7E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2F7123-E285-FD6F-95E4-449A992F41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B70B5D-573D-8547-83A5-BDE803DE6482}" type="slidenum">
              <a:rPr kumimoji="1" lang="ko-Kore-KR" altLang="en-US" smtClean="0"/>
              <a:t>13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288677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*technical Data page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5998" y="365758"/>
            <a:ext cx="5730240" cy="6126481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pic>
        <p:nvPicPr>
          <p:cNvPr id="4" name="그림 3" descr="상징, 로고, 폰트, 스크린샷이(가) 표시된 사진&#10;&#10;자동 생성된 설명">
            <a:extLst>
              <a:ext uri="{FF2B5EF4-FFF2-40B4-BE49-F238E27FC236}">
                <a16:creationId xmlns:a16="http://schemas.microsoft.com/office/drawing/2014/main" id="{40ADDB98-7126-4AC0-8533-9F18A769A7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98331" y="594847"/>
            <a:ext cx="1181333" cy="360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2860961-9BF5-FBEE-63DE-F9EF4BA47337}"/>
              </a:ext>
            </a:extLst>
          </p:cNvPr>
          <p:cNvSpPr/>
          <p:nvPr userDrawn="1"/>
        </p:nvSpPr>
        <p:spPr>
          <a:xfrm>
            <a:off x="11826240" y="6492240"/>
            <a:ext cx="365760" cy="365760"/>
          </a:xfrm>
          <a:prstGeom prst="rect">
            <a:avLst/>
          </a:prstGeom>
          <a:solidFill>
            <a:srgbClr val="F02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" name="Slide Number Placeholder 20">
            <a:extLst>
              <a:ext uri="{FF2B5EF4-FFF2-40B4-BE49-F238E27FC236}">
                <a16:creationId xmlns:a16="http://schemas.microsoft.com/office/drawing/2014/main" id="{E75252BA-F562-AB77-568D-586D23DED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26241" y="6492240"/>
            <a:ext cx="365760" cy="365761"/>
          </a:xfrm>
        </p:spPr>
        <p:txBody>
          <a:bodyPr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FF9BA81F-20B3-4A44-8DB9-FC47C10B49FF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884627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technical Data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>
            <a:extLst>
              <a:ext uri="{FF2B5EF4-FFF2-40B4-BE49-F238E27FC236}">
                <a16:creationId xmlns:a16="http://schemas.microsoft.com/office/drawing/2014/main" id="{322E9056-CAFD-1260-2F60-D5A3249A8F5F}"/>
              </a:ext>
            </a:extLst>
          </p:cNvPr>
          <p:cNvSpPr/>
          <p:nvPr userDrawn="1"/>
        </p:nvSpPr>
        <p:spPr>
          <a:xfrm>
            <a:off x="11826240" y="6492240"/>
            <a:ext cx="365760" cy="365760"/>
          </a:xfrm>
          <a:prstGeom prst="rect">
            <a:avLst/>
          </a:prstGeom>
          <a:solidFill>
            <a:srgbClr val="F02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>
          <a:xfrm>
            <a:off x="11826241" y="6492240"/>
            <a:ext cx="365760" cy="365761"/>
          </a:xfrm>
        </p:spPr>
        <p:txBody>
          <a:bodyPr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FF9BA81F-20B3-4A44-8DB9-FC47C10B49FF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sp>
        <p:nvSpPr>
          <p:cNvPr id="24" name="Title 23"/>
          <p:cNvSpPr>
            <a:spLocks noGrp="1"/>
          </p:cNvSpPr>
          <p:nvPr>
            <p:ph type="title" hasCustomPrompt="1"/>
          </p:nvPr>
        </p:nvSpPr>
        <p:spPr>
          <a:xfrm>
            <a:off x="859993" y="661068"/>
            <a:ext cx="8427442" cy="491528"/>
          </a:xfrm>
        </p:spPr>
        <p:txBody>
          <a:bodyPr>
            <a:normAutofit/>
          </a:bodyPr>
          <a:lstStyle>
            <a:lvl1pPr>
              <a:defRPr sz="2400" b="0" i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C35F0DD-0D9A-7613-5670-C027658778A4}"/>
              </a:ext>
            </a:extLst>
          </p:cNvPr>
          <p:cNvSpPr/>
          <p:nvPr userDrawn="1"/>
        </p:nvSpPr>
        <p:spPr>
          <a:xfrm>
            <a:off x="-1" y="-2"/>
            <a:ext cx="365760" cy="1173496"/>
          </a:xfrm>
          <a:prstGeom prst="rect">
            <a:avLst/>
          </a:prstGeom>
          <a:solidFill>
            <a:srgbClr val="F02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/>
          </a:p>
        </p:txBody>
      </p:sp>
      <p:pic>
        <p:nvPicPr>
          <p:cNvPr id="4" name="그림 3" descr="상징, 로고, 폰트, 스크린샷이(가) 표시된 사진&#10;&#10;자동 생성된 설명">
            <a:extLst>
              <a:ext uri="{FF2B5EF4-FFF2-40B4-BE49-F238E27FC236}">
                <a16:creationId xmlns:a16="http://schemas.microsoft.com/office/drawing/2014/main" id="{07D6C889-8AFE-187C-8BAF-7BC793B558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98331" y="594847"/>
            <a:ext cx="1181333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25156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40">
          <p15:clr>
            <a:srgbClr val="FBAE40"/>
          </p15:clr>
        </p15:guide>
        <p15:guide id="4" pos="240">
          <p15:clr>
            <a:srgbClr val="FBAE40"/>
          </p15:clr>
        </p15:guide>
        <p15:guide id="5" pos="57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>
            <a:extLst>
              <a:ext uri="{FF2B5EF4-FFF2-40B4-BE49-F238E27FC236}">
                <a16:creationId xmlns:a16="http://schemas.microsoft.com/office/drawing/2014/main" id="{322E9056-CAFD-1260-2F60-D5A3249A8F5F}"/>
              </a:ext>
            </a:extLst>
          </p:cNvPr>
          <p:cNvSpPr/>
          <p:nvPr userDrawn="1"/>
        </p:nvSpPr>
        <p:spPr>
          <a:xfrm>
            <a:off x="11826240" y="6492240"/>
            <a:ext cx="365760" cy="365760"/>
          </a:xfrm>
          <a:prstGeom prst="rect">
            <a:avLst/>
          </a:prstGeom>
          <a:solidFill>
            <a:srgbClr val="F02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" name="Rectangle 9"/>
          <p:cNvSpPr/>
          <p:nvPr/>
        </p:nvSpPr>
        <p:spPr>
          <a:xfrm>
            <a:off x="365759" y="365759"/>
            <a:ext cx="11460481" cy="61264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>
          <a:xfrm>
            <a:off x="11826241" y="6492240"/>
            <a:ext cx="365760" cy="365761"/>
          </a:xfrm>
        </p:spPr>
        <p:txBody>
          <a:bodyPr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FF9BA81F-20B3-4A44-8DB9-FC47C10B49FF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sp>
        <p:nvSpPr>
          <p:cNvPr id="24" name="Title 23"/>
          <p:cNvSpPr>
            <a:spLocks noGrp="1"/>
          </p:cNvSpPr>
          <p:nvPr>
            <p:ph type="title" hasCustomPrompt="1"/>
          </p:nvPr>
        </p:nvSpPr>
        <p:spPr>
          <a:xfrm>
            <a:off x="859993" y="661068"/>
            <a:ext cx="8427442" cy="491528"/>
          </a:xfrm>
        </p:spPr>
        <p:txBody>
          <a:bodyPr>
            <a:normAutofit/>
          </a:bodyPr>
          <a:lstStyle>
            <a:lvl1pPr>
              <a:defRPr sz="2400" b="0" i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C35F0DD-0D9A-7613-5670-C027658778A4}"/>
              </a:ext>
            </a:extLst>
          </p:cNvPr>
          <p:cNvSpPr/>
          <p:nvPr userDrawn="1"/>
        </p:nvSpPr>
        <p:spPr>
          <a:xfrm>
            <a:off x="-1" y="-2"/>
            <a:ext cx="365760" cy="1173496"/>
          </a:xfrm>
          <a:prstGeom prst="rect">
            <a:avLst/>
          </a:prstGeom>
          <a:solidFill>
            <a:srgbClr val="F02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/>
          </a:p>
        </p:txBody>
      </p:sp>
      <p:pic>
        <p:nvPicPr>
          <p:cNvPr id="4" name="그림 3" descr="상징, 로고, 폰트, 스크린샷이(가) 표시된 사진&#10;&#10;자동 생성된 설명">
            <a:extLst>
              <a:ext uri="{FF2B5EF4-FFF2-40B4-BE49-F238E27FC236}">
                <a16:creationId xmlns:a16="http://schemas.microsoft.com/office/drawing/2014/main" id="{5332A052-B8D7-43DC-8190-A41DE0E39D6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98331" y="594847"/>
            <a:ext cx="1181333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02827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40">
          <p15:clr>
            <a:srgbClr val="FBAE40"/>
          </p15:clr>
        </p15:guide>
        <p15:guide id="4" pos="240">
          <p15:clr>
            <a:srgbClr val="FBAE40"/>
          </p15:clr>
        </p15:guide>
        <p15:guide id="5" pos="57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>
            <a:extLst>
              <a:ext uri="{FF2B5EF4-FFF2-40B4-BE49-F238E27FC236}">
                <a16:creationId xmlns:a16="http://schemas.microsoft.com/office/drawing/2014/main" id="{8FD320DA-9CDA-9FFF-8EA3-3689BD181BA6}"/>
              </a:ext>
            </a:extLst>
          </p:cNvPr>
          <p:cNvSpPr/>
          <p:nvPr userDrawn="1"/>
        </p:nvSpPr>
        <p:spPr>
          <a:xfrm>
            <a:off x="11826240" y="6492240"/>
            <a:ext cx="365760" cy="365760"/>
          </a:xfrm>
          <a:prstGeom prst="rect">
            <a:avLst/>
          </a:prstGeom>
          <a:solidFill>
            <a:srgbClr val="F02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" name="Picture Placeholder 5"/>
          <p:cNvSpPr>
            <a:spLocks noGrp="1"/>
          </p:cNvSpPr>
          <p:nvPr>
            <p:ph type="pic" sz="quarter" idx="15"/>
          </p:nvPr>
        </p:nvSpPr>
        <p:spPr>
          <a:xfrm>
            <a:off x="1738884" y="-928116"/>
            <a:ext cx="8714232" cy="8714232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1281234" y="-1385766"/>
            <a:ext cx="9629532" cy="9629532"/>
          </a:xfrm>
          <a:prstGeom prst="ellipse">
            <a:avLst/>
          </a:prstGeom>
          <a:noFill/>
          <a:ln w="19050"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9" name="Slide Number Placeholder 20">
            <a:extLst>
              <a:ext uri="{FF2B5EF4-FFF2-40B4-BE49-F238E27FC236}">
                <a16:creationId xmlns:a16="http://schemas.microsoft.com/office/drawing/2014/main" id="{909E3156-6BD3-83A6-F635-CC194AA32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26241" y="6492240"/>
            <a:ext cx="365760" cy="365761"/>
          </a:xfrm>
        </p:spPr>
        <p:txBody>
          <a:bodyPr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FF9BA81F-20B3-4A44-8DB9-FC47C10B49FF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pic>
        <p:nvPicPr>
          <p:cNvPr id="6" name="그림 5" descr="상징, 로고, 폰트, 스크린샷이(가) 표시된 사진&#10;&#10;자동 생성된 설명">
            <a:extLst>
              <a:ext uri="{FF2B5EF4-FFF2-40B4-BE49-F238E27FC236}">
                <a16:creationId xmlns:a16="http://schemas.microsoft.com/office/drawing/2014/main" id="{B1D9C90F-4E0C-AC2F-9B6E-BAE854F8AC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98331" y="594847"/>
            <a:ext cx="1181333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8181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40">
          <p15:clr>
            <a:srgbClr val="FBAE40"/>
          </p15:clr>
        </p15:guide>
        <p15:guide id="4" pos="2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5998" y="365758"/>
            <a:ext cx="5730240" cy="6126481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pic>
        <p:nvPicPr>
          <p:cNvPr id="8" name="그림 7" descr="상징, 로고, 폰트, 스크린샷이(가) 표시된 사진&#10;&#10;자동 생성된 설명">
            <a:extLst>
              <a:ext uri="{FF2B5EF4-FFF2-40B4-BE49-F238E27FC236}">
                <a16:creationId xmlns:a16="http://schemas.microsoft.com/office/drawing/2014/main" id="{5EB462AD-3A0C-481E-D0A1-EE9536A57D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98331" y="594847"/>
            <a:ext cx="1181333" cy="360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309920D-DE3B-7F68-99C2-022BB576A176}"/>
              </a:ext>
            </a:extLst>
          </p:cNvPr>
          <p:cNvSpPr/>
          <p:nvPr userDrawn="1"/>
        </p:nvSpPr>
        <p:spPr>
          <a:xfrm>
            <a:off x="11826240" y="6492240"/>
            <a:ext cx="365760" cy="365760"/>
          </a:xfrm>
          <a:prstGeom prst="rect">
            <a:avLst/>
          </a:prstGeom>
          <a:solidFill>
            <a:srgbClr val="F02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" name="Slide Number Placeholder 20">
            <a:extLst>
              <a:ext uri="{FF2B5EF4-FFF2-40B4-BE49-F238E27FC236}">
                <a16:creationId xmlns:a16="http://schemas.microsoft.com/office/drawing/2014/main" id="{DD25346A-9AE8-C82F-6E34-A28843BF0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26241" y="6492240"/>
            <a:ext cx="365760" cy="365761"/>
          </a:xfrm>
        </p:spPr>
        <p:txBody>
          <a:bodyPr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FF9BA81F-20B3-4A44-8DB9-FC47C10B49FF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57763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2">
            <a:extLst>
              <a:ext uri="{FF2B5EF4-FFF2-40B4-BE49-F238E27FC236}">
                <a16:creationId xmlns:a16="http://schemas.microsoft.com/office/drawing/2014/main" id="{52552298-EE51-26E6-13A6-BAC6EE4A80F9}"/>
              </a:ext>
            </a:extLst>
          </p:cNvPr>
          <p:cNvSpPr/>
          <p:nvPr userDrawn="1"/>
        </p:nvSpPr>
        <p:spPr>
          <a:xfrm>
            <a:off x="11826240" y="6492240"/>
            <a:ext cx="365760" cy="365760"/>
          </a:xfrm>
          <a:prstGeom prst="rect">
            <a:avLst/>
          </a:prstGeom>
          <a:solidFill>
            <a:srgbClr val="F02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8" name="Slide Number Placeholder 20">
            <a:extLst>
              <a:ext uri="{FF2B5EF4-FFF2-40B4-BE49-F238E27FC236}">
                <a16:creationId xmlns:a16="http://schemas.microsoft.com/office/drawing/2014/main" id="{D237A456-420D-E483-D893-1072F45F553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>
          <a:xfrm>
            <a:off x="11826241" y="6492240"/>
            <a:ext cx="365760" cy="365761"/>
          </a:xfrm>
        </p:spPr>
        <p:txBody>
          <a:bodyPr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FF9BA81F-20B3-4A44-8DB9-FC47C10B49FF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sp>
        <p:nvSpPr>
          <p:cNvPr id="29" name="Title 23">
            <a:extLst>
              <a:ext uri="{FF2B5EF4-FFF2-40B4-BE49-F238E27FC236}">
                <a16:creationId xmlns:a16="http://schemas.microsoft.com/office/drawing/2014/main" id="{13C5812B-5DEB-88F3-ADB7-F91BBEAB4B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9993" y="661068"/>
            <a:ext cx="8427442" cy="491528"/>
          </a:xfrm>
        </p:spPr>
        <p:txBody>
          <a:bodyPr>
            <a:normAutofit/>
          </a:bodyPr>
          <a:lstStyle>
            <a:lvl1pPr>
              <a:defRPr sz="2400" b="0" i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2" name="Rectangle 15">
            <a:extLst>
              <a:ext uri="{FF2B5EF4-FFF2-40B4-BE49-F238E27FC236}">
                <a16:creationId xmlns:a16="http://schemas.microsoft.com/office/drawing/2014/main" id="{94E61DE7-9372-FFBE-498B-CC58FD750619}"/>
              </a:ext>
            </a:extLst>
          </p:cNvPr>
          <p:cNvSpPr/>
          <p:nvPr userDrawn="1"/>
        </p:nvSpPr>
        <p:spPr>
          <a:xfrm>
            <a:off x="-1" y="-2"/>
            <a:ext cx="365760" cy="1173496"/>
          </a:xfrm>
          <a:prstGeom prst="rect">
            <a:avLst/>
          </a:prstGeom>
          <a:solidFill>
            <a:srgbClr val="F02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84473BE-A12A-07E8-5A23-8F303432C6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17377" y="2471710"/>
            <a:ext cx="4817601" cy="2470399"/>
          </a:xfrm>
          <a:prstGeom prst="rect">
            <a:avLst/>
          </a:prstGeom>
        </p:spPr>
      </p:pic>
      <p:sp>
        <p:nvSpPr>
          <p:cNvPr id="5" name="그림 개체 틀 10">
            <a:extLst>
              <a:ext uri="{FF2B5EF4-FFF2-40B4-BE49-F238E27FC236}">
                <a16:creationId xmlns:a16="http://schemas.microsoft.com/office/drawing/2014/main" id="{4394B4E7-9E76-0E45-C92F-5BA2FA0D5AB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9616" y="2540453"/>
            <a:ext cx="3429000" cy="2190750"/>
          </a:xfrm>
        </p:spPr>
        <p:txBody>
          <a:bodyPr/>
          <a:lstStyle/>
          <a:p>
            <a:endParaRPr kumimoji="1" lang="ko-Kore-KR" altLang="en-US"/>
          </a:p>
        </p:txBody>
      </p:sp>
      <p:pic>
        <p:nvPicPr>
          <p:cNvPr id="6" name="그림 5" descr="상징, 로고, 폰트, 스크린샷이(가) 표시된 사진&#10;&#10;자동 생성된 설명">
            <a:extLst>
              <a:ext uri="{FF2B5EF4-FFF2-40B4-BE49-F238E27FC236}">
                <a16:creationId xmlns:a16="http://schemas.microsoft.com/office/drawing/2014/main" id="{C253AC2C-EC64-8C1C-897D-63B6B4AB501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98331" y="594847"/>
            <a:ext cx="1181333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358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2">
            <a:extLst>
              <a:ext uri="{FF2B5EF4-FFF2-40B4-BE49-F238E27FC236}">
                <a16:creationId xmlns:a16="http://schemas.microsoft.com/office/drawing/2014/main" id="{52552298-EE51-26E6-13A6-BAC6EE4A80F9}"/>
              </a:ext>
            </a:extLst>
          </p:cNvPr>
          <p:cNvSpPr/>
          <p:nvPr userDrawn="1"/>
        </p:nvSpPr>
        <p:spPr>
          <a:xfrm>
            <a:off x="11826240" y="6492240"/>
            <a:ext cx="365760" cy="365760"/>
          </a:xfrm>
          <a:prstGeom prst="rect">
            <a:avLst/>
          </a:prstGeom>
          <a:solidFill>
            <a:srgbClr val="F02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8" name="Slide Number Placeholder 20">
            <a:extLst>
              <a:ext uri="{FF2B5EF4-FFF2-40B4-BE49-F238E27FC236}">
                <a16:creationId xmlns:a16="http://schemas.microsoft.com/office/drawing/2014/main" id="{D237A456-420D-E483-D893-1072F45F553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>
          <a:xfrm>
            <a:off x="11826241" y="6492240"/>
            <a:ext cx="365760" cy="365761"/>
          </a:xfrm>
        </p:spPr>
        <p:txBody>
          <a:bodyPr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FF9BA81F-20B3-4A44-8DB9-FC47C10B49FF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sp>
        <p:nvSpPr>
          <p:cNvPr id="29" name="Title 23">
            <a:extLst>
              <a:ext uri="{FF2B5EF4-FFF2-40B4-BE49-F238E27FC236}">
                <a16:creationId xmlns:a16="http://schemas.microsoft.com/office/drawing/2014/main" id="{13C5812B-5DEB-88F3-ADB7-F91BBEAB4B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9993" y="661068"/>
            <a:ext cx="8427442" cy="491528"/>
          </a:xfrm>
        </p:spPr>
        <p:txBody>
          <a:bodyPr>
            <a:normAutofit/>
          </a:bodyPr>
          <a:lstStyle>
            <a:lvl1pPr>
              <a:defRPr sz="2400" b="0" i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2" name="Rectangle 15">
            <a:extLst>
              <a:ext uri="{FF2B5EF4-FFF2-40B4-BE49-F238E27FC236}">
                <a16:creationId xmlns:a16="http://schemas.microsoft.com/office/drawing/2014/main" id="{94E61DE7-9372-FFBE-498B-CC58FD750619}"/>
              </a:ext>
            </a:extLst>
          </p:cNvPr>
          <p:cNvSpPr/>
          <p:nvPr userDrawn="1"/>
        </p:nvSpPr>
        <p:spPr>
          <a:xfrm>
            <a:off x="-1" y="-2"/>
            <a:ext cx="365760" cy="1173496"/>
          </a:xfrm>
          <a:prstGeom prst="rect">
            <a:avLst/>
          </a:prstGeom>
          <a:solidFill>
            <a:srgbClr val="F02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/>
          </a:p>
        </p:txBody>
      </p:sp>
      <p:grpSp>
        <p:nvGrpSpPr>
          <p:cNvPr id="2" name="그룹화">
            <a:extLst>
              <a:ext uri="{FF2B5EF4-FFF2-40B4-BE49-F238E27FC236}">
                <a16:creationId xmlns:a16="http://schemas.microsoft.com/office/drawing/2014/main" id="{45FC73BE-45B3-5EDC-70BA-AF71D0C16206}"/>
              </a:ext>
            </a:extLst>
          </p:cNvPr>
          <p:cNvGrpSpPr/>
          <p:nvPr userDrawn="1"/>
        </p:nvGrpSpPr>
        <p:grpSpPr>
          <a:xfrm>
            <a:off x="6296963" y="1783902"/>
            <a:ext cx="4994814" cy="4220387"/>
            <a:chOff x="0" y="0"/>
            <a:chExt cx="9387265" cy="7807821"/>
          </a:xfrm>
        </p:grpSpPr>
        <p:pic>
          <p:nvPicPr>
            <p:cNvPr id="3" name="image17.png" descr="image17.png">
              <a:extLst>
                <a:ext uri="{FF2B5EF4-FFF2-40B4-BE49-F238E27FC236}">
                  <a16:creationId xmlns:a16="http://schemas.microsoft.com/office/drawing/2014/main" id="{30746625-9101-E093-9330-5FF9B39791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9387266" cy="780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" name="직사각형">
              <a:extLst>
                <a:ext uri="{FF2B5EF4-FFF2-40B4-BE49-F238E27FC236}">
                  <a16:creationId xmlns:a16="http://schemas.microsoft.com/office/drawing/2014/main" id="{E3F3016F-97C5-4DD5-017C-D981E0E9D97B}"/>
                </a:ext>
              </a:extLst>
            </p:cNvPr>
            <p:cNvSpPr/>
            <p:nvPr/>
          </p:nvSpPr>
          <p:spPr>
            <a:xfrm>
              <a:off x="4140580" y="5702346"/>
              <a:ext cx="1193801" cy="609977"/>
            </a:xfrm>
            <a:prstGeom prst="rect">
              <a:avLst/>
            </a:prstGeom>
            <a:solidFill>
              <a:srgbClr val="D2D3D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554931A8-7FA2-1538-804B-C378C5DFB5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22756" y="2267517"/>
            <a:ext cx="4350044" cy="2355284"/>
          </a:xfrm>
        </p:spPr>
        <p:txBody>
          <a:bodyPr/>
          <a:lstStyle/>
          <a:p>
            <a:endParaRPr kumimoji="1" lang="ko-Kore-KR" altLang="en-US"/>
          </a:p>
        </p:txBody>
      </p:sp>
      <p:pic>
        <p:nvPicPr>
          <p:cNvPr id="8" name="그림 7" descr="상징, 로고, 폰트, 스크린샷이(가) 표시된 사진&#10;&#10;자동 생성된 설명">
            <a:extLst>
              <a:ext uri="{FF2B5EF4-FFF2-40B4-BE49-F238E27FC236}">
                <a16:creationId xmlns:a16="http://schemas.microsoft.com/office/drawing/2014/main" id="{9BE14C1F-FCD8-7F0E-DA45-8F7672945E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98331" y="594847"/>
            <a:ext cx="1181333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722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상징, 로고, 폰트, 스크린샷이(가) 표시된 사진&#10;&#10;자동 생성된 설명">
            <a:extLst>
              <a:ext uri="{FF2B5EF4-FFF2-40B4-BE49-F238E27FC236}">
                <a16:creationId xmlns:a16="http://schemas.microsoft.com/office/drawing/2014/main" id="{8F309DE9-53F6-BA64-3B4F-49A3198923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98331" y="594847"/>
            <a:ext cx="1181333" cy="360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E9C1A59-1106-5BCB-8D7B-C4ABA8956BCE}"/>
              </a:ext>
            </a:extLst>
          </p:cNvPr>
          <p:cNvSpPr/>
          <p:nvPr userDrawn="1"/>
        </p:nvSpPr>
        <p:spPr>
          <a:xfrm>
            <a:off x="11826240" y="6492240"/>
            <a:ext cx="365760" cy="365760"/>
          </a:xfrm>
          <a:prstGeom prst="rect">
            <a:avLst/>
          </a:prstGeom>
          <a:solidFill>
            <a:srgbClr val="F02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" name="Slide Number Placeholder 20">
            <a:extLst>
              <a:ext uri="{FF2B5EF4-FFF2-40B4-BE49-F238E27FC236}">
                <a16:creationId xmlns:a16="http://schemas.microsoft.com/office/drawing/2014/main" id="{E20E035D-19A0-85B3-7667-CCA6D10AF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26241" y="6492240"/>
            <a:ext cx="365760" cy="365761"/>
          </a:xfrm>
        </p:spPr>
        <p:txBody>
          <a:bodyPr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FF9BA81F-20B3-4A44-8DB9-FC47C10B49FF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17391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  <a:latin typeface="Noto Sans KR" panose="020B0500000000000000" pitchFamily="34" charset="-128"/>
                <a:ea typeface="Noto Sans KR" panose="020B0500000000000000" pitchFamily="34" charset="-128"/>
              </a:defRPr>
            </a:lvl1pPr>
          </a:lstStyle>
          <a:p>
            <a:fld id="{FF9BA81F-20B3-4A44-8DB9-FC47C10B49FF}" type="slidenum">
              <a:rPr kumimoji="1" lang="ko-Kore-KR" altLang="en-US" smtClean="0"/>
              <a:pPr/>
              <a:t>‹#›</a:t>
            </a:fld>
            <a:endParaRPr kumimoji="1" lang="ko-Kore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43F2AF-7F40-D891-80F0-FE4DEA5A01AF}"/>
              </a:ext>
            </a:extLst>
          </p:cNvPr>
          <p:cNvSpPr txBox="1"/>
          <p:nvPr userDrawn="1"/>
        </p:nvSpPr>
        <p:spPr>
          <a:xfrm>
            <a:off x="5415365" y="6590026"/>
            <a:ext cx="136127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700" b="0" i="0" err="1">
                <a:solidFill>
                  <a:schemeClr val="tx2"/>
                </a:solidFill>
                <a:latin typeface="Noto Sans KR Light" panose="020B0300000000000000" pitchFamily="34" charset="-128"/>
                <a:ea typeface="Noto Sans KR Light" panose="020B0300000000000000" pitchFamily="34" charset="-128"/>
                <a:cs typeface="Lato Black" panose="020F0502020204030203" pitchFamily="34" charset="0"/>
              </a:rPr>
              <a:t>www.rainbow-robotics.com</a:t>
            </a:r>
            <a:endParaRPr kumimoji="1" lang="ko-Kore-KR" altLang="en-US" sz="700" b="0" i="0">
              <a:solidFill>
                <a:schemeClr val="tx2"/>
              </a:solidFill>
              <a:latin typeface="Noto Sans KR Light" panose="020B0300000000000000" pitchFamily="34" charset="-128"/>
              <a:ea typeface="Noto Sans KR Light" panose="020B0300000000000000" pitchFamily="34" charset="-128"/>
              <a:cs typeface="Lato Black" panose="020F050202020403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68DB06-1387-9316-94DB-0112603EE24D}"/>
              </a:ext>
            </a:extLst>
          </p:cNvPr>
          <p:cNvSpPr txBox="1"/>
          <p:nvPr userDrawn="1"/>
        </p:nvSpPr>
        <p:spPr>
          <a:xfrm>
            <a:off x="349543" y="6590026"/>
            <a:ext cx="379462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ko-KR" sz="700" b="1" i="0" u="none" strike="noStrike">
                <a:solidFill>
                  <a:schemeClr val="tx1"/>
                </a:solidFill>
                <a:effectLst/>
                <a:latin typeface="Noto Sans KR" panose="020B0200000000000000" pitchFamily="34" charset="-128"/>
                <a:ea typeface="Noto Sans KR" panose="020B0200000000000000" pitchFamily="34" charset="-128"/>
              </a:rPr>
              <a:t>Rainbow Robotics RB-Y1 Tech. Training Manual</a:t>
            </a:r>
            <a:r>
              <a:rPr lang="en-US" altLang="ko-KR" sz="700" b="0" i="0" u="none" strike="noStrike">
                <a:solidFill>
                  <a:schemeClr val="accent2"/>
                </a:solidFill>
                <a:effectLst/>
                <a:latin typeface="Noto Sans KR" panose="020B0200000000000000" pitchFamily="34" charset="-128"/>
                <a:ea typeface="Noto Sans KR" panose="020B0200000000000000" pitchFamily="34" charset="-128"/>
              </a:rPr>
              <a:t> </a:t>
            </a:r>
            <a:r>
              <a:rPr kumimoji="1" lang="en-US" altLang="ko-KR" sz="700" b="1" i="0">
                <a:solidFill>
                  <a:schemeClr val="accent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Lato Black" panose="020F0502020204030203" pitchFamily="34" charset="0"/>
              </a:rPr>
              <a:t>|</a:t>
            </a:r>
            <a:r>
              <a:rPr kumimoji="1" lang="ko-KR" altLang="en-US" sz="700" b="0" i="0">
                <a:solidFill>
                  <a:schemeClr val="accent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Lato Black" panose="020F0502020204030203" pitchFamily="34" charset="0"/>
              </a:rPr>
              <a:t> </a:t>
            </a:r>
            <a:r>
              <a:rPr kumimoji="1" lang="ko-KR" altLang="en-US" sz="700" b="0" i="0">
                <a:solidFill>
                  <a:schemeClr val="tx1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Lato Black" panose="020F0502020204030203" pitchFamily="34" charset="0"/>
              </a:rPr>
              <a:t> </a:t>
            </a:r>
            <a:r>
              <a:rPr kumimoji="1" lang="en-US" altLang="ko-KR" sz="700" b="0" i="0">
                <a:solidFill>
                  <a:schemeClr val="tx1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Lato Black" panose="020F0502020204030203" pitchFamily="34" charset="0"/>
              </a:rPr>
              <a:t>Mar. 2025</a:t>
            </a:r>
            <a:r>
              <a:rPr lang="en-US" altLang="ko-KR" sz="700" b="0" i="0" u="none" strike="noStrike">
                <a:solidFill>
                  <a:schemeClr val="accent2"/>
                </a:solidFill>
                <a:effectLst/>
                <a:latin typeface="Noto Sans KR" panose="020B0200000000000000" pitchFamily="34" charset="-128"/>
                <a:ea typeface="Noto Sans KR" panose="020B0200000000000000" pitchFamily="34" charset="-128"/>
              </a:rPr>
              <a:t>  </a:t>
            </a:r>
            <a:r>
              <a:rPr kumimoji="1" lang="en-US" altLang="ko-KR" sz="700" b="1" i="0">
                <a:solidFill>
                  <a:schemeClr val="accent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Lato Black" panose="020F0502020204030203" pitchFamily="34" charset="0"/>
              </a:rPr>
              <a:t>| </a:t>
            </a:r>
            <a:r>
              <a:rPr kumimoji="1" lang="ko-KR" altLang="en-US" sz="700" b="0" i="0">
                <a:solidFill>
                  <a:schemeClr val="accent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Lato Black" panose="020F0502020204030203" pitchFamily="34" charset="0"/>
              </a:rPr>
              <a:t> </a:t>
            </a:r>
            <a:r>
              <a:rPr kumimoji="1" lang="en-US" altLang="ko-KR" sz="700" b="0" i="0">
                <a:solidFill>
                  <a:schemeClr val="tx1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Lato Black" panose="020F0502020204030203" pitchFamily="34" charset="0"/>
              </a:rPr>
              <a:t>Development </a:t>
            </a:r>
            <a:r>
              <a:rPr kumimoji="1" lang="ko-KR" altLang="en-US" sz="700" b="1" i="0">
                <a:solidFill>
                  <a:schemeClr val="accent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Lato Black" panose="020F0502020204030203" pitchFamily="34" charset="0"/>
              </a:rPr>
              <a:t> </a:t>
            </a:r>
            <a:r>
              <a:rPr kumimoji="1" lang="en-US" altLang="ko-KR" sz="700" b="1" i="0">
                <a:solidFill>
                  <a:schemeClr val="accent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Lato Black" panose="020F0502020204030203" pitchFamily="34" charset="0"/>
              </a:rPr>
              <a:t>|</a:t>
            </a:r>
            <a:r>
              <a:rPr kumimoji="1" lang="ko-KR" altLang="en-US" sz="700" b="0" i="0">
                <a:solidFill>
                  <a:schemeClr val="accent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Lato Black" panose="020F0502020204030203" pitchFamily="34" charset="0"/>
              </a:rPr>
              <a:t> </a:t>
            </a:r>
            <a:r>
              <a:rPr kumimoji="1" lang="ko-KR" altLang="en-US" sz="700" b="0" i="0">
                <a:solidFill>
                  <a:schemeClr val="tx1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Lato Black" panose="020F0502020204030203" pitchFamily="34" charset="0"/>
              </a:rPr>
              <a:t> </a:t>
            </a:r>
            <a:r>
              <a:rPr kumimoji="1" lang="en-US" altLang="ko-KR" sz="700" b="0" i="0">
                <a:solidFill>
                  <a:schemeClr val="tx1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Lato Black" panose="020F0502020204030203" pitchFamily="34" charset="0"/>
              </a:rPr>
              <a:t>RB-Y1</a:t>
            </a:r>
            <a:endParaRPr kumimoji="1" lang="ko-KR" altLang="en-US" sz="700" b="0" i="0">
              <a:solidFill>
                <a:schemeClr val="tx1"/>
              </a:solidFill>
              <a:latin typeface="Noto Sans KR" panose="020B0200000000000000" pitchFamily="34" charset="-128"/>
              <a:ea typeface="Noto Sans KR" panose="020B0200000000000000" pitchFamily="34" charset="-128"/>
              <a:cs typeface="Lato Black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1206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28" r:id="rId2"/>
    <p:sldLayoutId id="2147483832" r:id="rId3"/>
    <p:sldLayoutId id="2147483812" r:id="rId4"/>
    <p:sldLayoutId id="2147483819" r:id="rId5"/>
    <p:sldLayoutId id="2147483817" r:id="rId6"/>
    <p:sldLayoutId id="2147483816" r:id="rId7"/>
    <p:sldLayoutId id="2147483827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9A67C-C27A-4E18-DD3E-3C087B7DC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CAD93AEF-EDEF-73AA-A9B8-B1C966452B28}"/>
              </a:ext>
            </a:extLst>
          </p:cNvPr>
          <p:cNvSpPr/>
          <p:nvPr/>
        </p:nvSpPr>
        <p:spPr>
          <a:xfrm>
            <a:off x="0" y="0"/>
            <a:ext cx="1220193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5327691-BDC6-49F1-5473-3620716EEF02}"/>
              </a:ext>
            </a:extLst>
          </p:cNvPr>
          <p:cNvSpPr/>
          <p:nvPr/>
        </p:nvSpPr>
        <p:spPr>
          <a:xfrm>
            <a:off x="1" y="0"/>
            <a:ext cx="6095996" cy="6858000"/>
          </a:xfrm>
          <a:prstGeom prst="rect">
            <a:avLst/>
          </a:prstGeom>
          <a:solidFill>
            <a:srgbClr val="F025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3" name="그림 2" descr="폰트, 그래픽, 텍스트, 로고이(가) 표시된 사진&#10;&#10;자동 생성된 설명">
            <a:extLst>
              <a:ext uri="{FF2B5EF4-FFF2-40B4-BE49-F238E27FC236}">
                <a16:creationId xmlns:a16="http://schemas.microsoft.com/office/drawing/2014/main" id="{EE8800BD-1A1D-F93C-FE4A-7ADF973FC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41" y="452257"/>
            <a:ext cx="1440279" cy="6451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ECB71C8-735A-5123-B1C5-0A63F0DA7EAE}"/>
              </a:ext>
            </a:extLst>
          </p:cNvPr>
          <p:cNvSpPr txBox="1"/>
          <p:nvPr/>
        </p:nvSpPr>
        <p:spPr>
          <a:xfrm>
            <a:off x="714341" y="4380460"/>
            <a:ext cx="5025174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spAutoFit/>
          </a:bodyPr>
          <a:lstStyle/>
          <a:p>
            <a:r>
              <a:rPr lang="en-US" altLang="ko-KR" sz="3600" b="1">
                <a:solidFill>
                  <a:schemeClr val="bg1"/>
                </a:solidFill>
                <a:latin typeface="Roboto Black"/>
                <a:ea typeface="Roboto Black"/>
                <a:cs typeface="Roboto Black"/>
              </a:rPr>
              <a:t>RB-Y1 Calibration</a:t>
            </a:r>
            <a:endParaRPr lang="en-US">
              <a:solidFill>
                <a:schemeClr val="bg1"/>
              </a:solidFill>
            </a:endParaRPr>
          </a:p>
          <a:p>
            <a:r>
              <a:rPr lang="en-US" altLang="ko-KR" sz="2000" b="1">
                <a:solidFill>
                  <a:schemeClr val="bg1"/>
                </a:solidFill>
                <a:latin typeface="Roboto Black"/>
                <a:ea typeface="Roboto Black"/>
                <a:cs typeface="Roboto Black"/>
              </a:rPr>
              <a:t>-with camera &amp; marker-</a:t>
            </a:r>
            <a:endParaRPr lang="en-US" altLang="ko-KR" b="1">
              <a:solidFill>
                <a:schemeClr val="bg1"/>
              </a:solidFill>
              <a:latin typeface="Roboto SemiBold"/>
              <a:ea typeface="Roboto ExtraBold"/>
              <a:cs typeface="Roboto Black"/>
            </a:endParaRPr>
          </a:p>
        </p:txBody>
      </p:sp>
    </p:spTree>
    <p:extLst>
      <p:ext uri="{BB962C8B-B14F-4D97-AF65-F5344CB8AC3E}">
        <p14:creationId xmlns:p14="http://schemas.microsoft.com/office/powerpoint/2010/main" val="756396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A92DCE7-CD25-F259-3EE6-AF15C46C9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BA81F-20B3-4A44-8DB9-FC47C10B49FF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03384BA-5E74-E733-A401-2D94B879F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Calibration</a:t>
            </a:r>
            <a:r>
              <a:rPr lang="en-US" altLang="ko-KR" dirty="0"/>
              <a:t> process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0F437D-63BA-A022-AEEE-E5C2612A0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372" y="1724842"/>
            <a:ext cx="5486400" cy="34061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CDDEF1-18FC-6E9F-0311-C5292B70210F}"/>
              </a:ext>
            </a:extLst>
          </p:cNvPr>
          <p:cNvSpPr txBox="1"/>
          <p:nvPr/>
        </p:nvSpPr>
        <p:spPr>
          <a:xfrm>
            <a:off x="636154" y="1244844"/>
            <a:ext cx="4567730" cy="114903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en-US" altLang="ko-KR" sz="1400" dirty="0" err="1">
                <a:cs typeface="Lato Black"/>
              </a:rPr>
              <a:t>현재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실행가능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환경</a:t>
            </a:r>
            <a:r>
              <a:rPr lang="en-US" altLang="ko-KR" sz="1400" dirty="0">
                <a:cs typeface="Lato Black"/>
              </a:rPr>
              <a:t> : </a:t>
            </a:r>
            <a:r>
              <a:rPr lang="en-US" altLang="ko-KR" sz="1400" dirty="0" err="1">
                <a:cs typeface="Lato Black"/>
              </a:rPr>
              <a:t>리눅스</a:t>
            </a:r>
            <a:r>
              <a:rPr lang="en-US" altLang="ko-KR" sz="1400" dirty="0">
                <a:cs typeface="Lato Black"/>
              </a:rPr>
              <a:t>/</a:t>
            </a:r>
            <a:r>
              <a:rPr lang="en-US" altLang="ko-KR" sz="1400" dirty="0" err="1">
                <a:cs typeface="Lato Black"/>
              </a:rPr>
              <a:t>upc</a:t>
            </a:r>
            <a:r>
              <a:rPr lang="en-US" altLang="ko-KR" sz="1400" dirty="0">
                <a:cs typeface="Lato Black"/>
              </a:rPr>
              <a:t>/</a:t>
            </a:r>
            <a:r>
              <a:rPr lang="ko-KR" altLang="en-US" sz="1400" dirty="0">
                <a:cs typeface="Lato Black"/>
              </a:rPr>
              <a:t>윈도우</a:t>
            </a:r>
            <a:endParaRPr lang="en-US" altLang="ko-KR" sz="1400" dirty="0" err="1">
              <a:cs typeface="Lato Black"/>
            </a:endParaRPr>
          </a:p>
          <a:p>
            <a:pPr marL="285750" indent="-285750"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en-US" altLang="ko-KR" sz="1400" dirty="0" err="1">
                <a:cs typeface="Lato Black"/>
              </a:rPr>
              <a:t>실행파일을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더블클릭하여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실행</a:t>
            </a:r>
            <a:endParaRPr lang="en-US" altLang="ko-KR" sz="1400" dirty="0">
              <a:cs typeface="Lato Black"/>
            </a:endParaRPr>
          </a:p>
          <a:p>
            <a:pPr marL="742950" lvl="1" indent="-285750"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en-US" altLang="ko-KR" sz="1400" dirty="0" err="1">
                <a:cs typeface="Lato Black"/>
              </a:rPr>
              <a:t>실행</a:t>
            </a:r>
            <a:r>
              <a:rPr lang="en-US" altLang="ko-KR" sz="1400" dirty="0">
                <a:cs typeface="Lato Black"/>
              </a:rPr>
              <a:t> 후 config/result </a:t>
            </a:r>
            <a:r>
              <a:rPr lang="en-US" altLang="ko-KR" sz="1400" dirty="0" err="1">
                <a:cs typeface="Lato Black"/>
              </a:rPr>
              <a:t>폴더가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만들어짐</a:t>
            </a:r>
            <a:endParaRPr lang="en-US" altLang="ko-KR" sz="1400" dirty="0">
              <a:cs typeface="Lato Black"/>
            </a:endParaRPr>
          </a:p>
        </p:txBody>
      </p:sp>
    </p:spTree>
    <p:extLst>
      <p:ext uri="{BB962C8B-B14F-4D97-AF65-F5344CB8AC3E}">
        <p14:creationId xmlns:p14="http://schemas.microsoft.com/office/powerpoint/2010/main" val="1102593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9F01B-5F9C-731F-46B9-DCBC8BDDE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648A40E-FCD0-5ADA-3F96-600C6BA37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BA81F-20B3-4A44-8DB9-FC47C10B49FF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F657123-5781-7D48-0A7A-C95CB52A1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Calibration</a:t>
            </a:r>
            <a:r>
              <a:rPr lang="en-US" altLang="ko-KR" dirty="0"/>
              <a:t> process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264AEB-E5E6-7BEE-591E-A01A56FC9936}"/>
              </a:ext>
            </a:extLst>
          </p:cNvPr>
          <p:cNvSpPr txBox="1"/>
          <p:nvPr/>
        </p:nvSpPr>
        <p:spPr>
          <a:xfrm>
            <a:off x="636154" y="1244844"/>
            <a:ext cx="45677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en-US" altLang="ko-KR" sz="1400" dirty="0">
                <a:cs typeface="Lato Black"/>
              </a:rPr>
              <a:t>Start 를 </a:t>
            </a:r>
            <a:r>
              <a:rPr lang="en-US" altLang="ko-KR" sz="1400" dirty="0" err="1">
                <a:cs typeface="Lato Black"/>
              </a:rPr>
              <a:t>눌러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위자드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실행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F84E07-026E-3E2F-81B7-A39FF685D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270" y="1714499"/>
            <a:ext cx="4666390" cy="3746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061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FD56E-1A8A-489A-CF43-CA91CE73C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C77D368-FE90-6E9E-1A02-547786E3A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BA81F-20B3-4A44-8DB9-FC47C10B49FF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E5FF1D3-5D49-77A0-A552-B0976EB75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Calibration</a:t>
            </a:r>
            <a:r>
              <a:rPr lang="en-US" altLang="ko-KR" dirty="0"/>
              <a:t> process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AE82A3-8813-9B95-1E93-EB54F8393042}"/>
              </a:ext>
            </a:extLst>
          </p:cNvPr>
          <p:cNvSpPr txBox="1"/>
          <p:nvPr/>
        </p:nvSpPr>
        <p:spPr>
          <a:xfrm>
            <a:off x="636154" y="1244844"/>
            <a:ext cx="8550087" cy="7284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en-US" altLang="ko-KR" sz="1400" dirty="0" err="1">
                <a:cs typeface="Lato Black"/>
              </a:rPr>
              <a:t>안내에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따라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정밀구동부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위에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카메라를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배치하는지</a:t>
            </a:r>
            <a:r>
              <a:rPr lang="en-US" altLang="ko-KR" sz="1400" dirty="0">
                <a:cs typeface="Lato Black"/>
              </a:rPr>
              <a:t>, </a:t>
            </a:r>
            <a:r>
              <a:rPr lang="en-US" altLang="ko-KR" sz="1400" dirty="0" err="1">
                <a:cs typeface="Lato Black"/>
              </a:rPr>
              <a:t>전용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추가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브라켓을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사용하는지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확인</a:t>
            </a:r>
          </a:p>
          <a:p>
            <a:pPr marL="285750" indent="-285750"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ko-KR" altLang="en-US" sz="1400" dirty="0">
                <a:cs typeface="Lato Black"/>
              </a:rPr>
              <a:t>처음 캘리브레이션을 사용하는 경우</a:t>
            </a:r>
            <a:r>
              <a:rPr lang="en-US" altLang="ko-KR" sz="1400" dirty="0">
                <a:cs typeface="Lato Black"/>
              </a:rPr>
              <a:t>, </a:t>
            </a:r>
            <a:r>
              <a:rPr lang="ko-KR" altLang="en-US" sz="1400" dirty="0">
                <a:cs typeface="Lato Black"/>
              </a:rPr>
              <a:t>가급적 </a:t>
            </a:r>
            <a:r>
              <a:rPr lang="en-US" altLang="ko-KR" sz="1400" dirty="0">
                <a:cs typeface="Lato Black"/>
              </a:rPr>
              <a:t>calibrate camera intrinsics</a:t>
            </a:r>
            <a:r>
              <a:rPr lang="ko-KR" altLang="en-US" sz="1400" dirty="0">
                <a:cs typeface="Lato Black"/>
              </a:rPr>
              <a:t>를 통해 내부 파라미터 보정</a:t>
            </a:r>
            <a:endParaRPr lang="en-US" altLang="ko-KR" sz="1400" dirty="0">
              <a:cs typeface="Lato Black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2788DB4-3952-F575-1371-8E4BC2710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8983" y="1973249"/>
            <a:ext cx="7514034" cy="4429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947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D51C5-4F16-9BF2-0A9C-E4BCF09EE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BBD1A8C-D527-EBBA-9A4E-8750CFA40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BA81F-20B3-4A44-8DB9-FC47C10B49FF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BC22EAA-8E2A-E81D-2FE6-D575BC2C5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Calibration</a:t>
            </a:r>
            <a:r>
              <a:rPr lang="en-US" altLang="ko-KR" dirty="0"/>
              <a:t> process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DAD968-94C2-3BB7-06AC-A98E76650221}"/>
              </a:ext>
            </a:extLst>
          </p:cNvPr>
          <p:cNvSpPr txBox="1"/>
          <p:nvPr/>
        </p:nvSpPr>
        <p:spPr>
          <a:xfrm>
            <a:off x="636154" y="1244844"/>
            <a:ext cx="4986724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ko-KR" altLang="en-US" sz="1400" dirty="0">
                <a:cs typeface="Lato Black"/>
              </a:rPr>
              <a:t>가운데 파란 박스를 통해 </a:t>
            </a:r>
            <a:r>
              <a:rPr lang="ko-KR" altLang="en-US" sz="1400" dirty="0" err="1">
                <a:cs typeface="Lato Black"/>
              </a:rPr>
              <a:t>체커보드를</a:t>
            </a:r>
            <a:r>
              <a:rPr lang="ko-KR" altLang="en-US" sz="1400" dirty="0">
                <a:cs typeface="Lato Black"/>
              </a:rPr>
              <a:t> 촬영</a:t>
            </a:r>
            <a:r>
              <a:rPr lang="en-US" altLang="ko-KR" sz="1400" dirty="0">
                <a:cs typeface="Lato Black"/>
              </a:rPr>
              <a:t>(capture frame)</a:t>
            </a:r>
          </a:p>
          <a:p>
            <a:pPr marL="285750" indent="-285750"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ko-KR" altLang="en-US" sz="1400" dirty="0">
                <a:cs typeface="Lato Black"/>
              </a:rPr>
              <a:t>파란박스를</a:t>
            </a:r>
            <a:r>
              <a:rPr lang="en-US" altLang="ko-KR" sz="1400" dirty="0">
                <a:cs typeface="Lato Black"/>
              </a:rPr>
              <a:t> </a:t>
            </a:r>
            <a:r>
              <a:rPr lang="ko-KR" altLang="en-US" sz="1400" dirty="0">
                <a:cs typeface="Lato Black"/>
              </a:rPr>
              <a:t>참고하여</a:t>
            </a:r>
            <a:r>
              <a:rPr lang="en-US" altLang="ko-KR" sz="1400" dirty="0">
                <a:cs typeface="Lato Black"/>
              </a:rPr>
              <a:t> </a:t>
            </a:r>
            <a:r>
              <a:rPr lang="ko-KR" altLang="en-US" sz="1400" dirty="0">
                <a:cs typeface="Lato Black"/>
              </a:rPr>
              <a:t>총</a:t>
            </a:r>
            <a:r>
              <a:rPr lang="en-US" altLang="ko-KR" sz="1400" dirty="0">
                <a:cs typeface="Lato Black"/>
              </a:rPr>
              <a:t> 16</a:t>
            </a:r>
            <a:r>
              <a:rPr lang="ko-KR" altLang="en-US" sz="1400" dirty="0">
                <a:cs typeface="Lato Black"/>
              </a:rPr>
              <a:t>장이 촬영되면 자동으로 계산</a:t>
            </a:r>
            <a:endParaRPr lang="en-US" altLang="ko-KR" sz="1400" dirty="0">
              <a:cs typeface="Lato Black"/>
            </a:endParaRPr>
          </a:p>
          <a:p>
            <a:pPr marL="285750" indent="-285750"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ko-KR" altLang="en-US" sz="1400" dirty="0">
                <a:cs typeface="Lato Black"/>
              </a:rPr>
              <a:t>결과 확인 후 </a:t>
            </a:r>
            <a:r>
              <a:rPr lang="en-US" altLang="ko-KR" sz="1400" dirty="0">
                <a:cs typeface="Lato Black"/>
              </a:rPr>
              <a:t>save parameters</a:t>
            </a:r>
            <a:r>
              <a:rPr lang="ko-KR" altLang="en-US" sz="1400" dirty="0">
                <a:cs typeface="Lato Black"/>
              </a:rPr>
              <a:t> 클릭</a:t>
            </a:r>
            <a:endParaRPr lang="en-US" altLang="ko-KR" sz="1400" dirty="0">
              <a:cs typeface="Lato Black"/>
            </a:endParaRPr>
          </a:p>
          <a:p>
            <a:pPr marL="285750" indent="-285750"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ko-KR" altLang="en-US" sz="1400" dirty="0">
                <a:cs typeface="Lato Black"/>
              </a:rPr>
              <a:t>이후 </a:t>
            </a:r>
            <a:r>
              <a:rPr lang="en-US" altLang="ko-KR" sz="1400" dirty="0">
                <a:cs typeface="Lato Black"/>
              </a:rPr>
              <a:t>next </a:t>
            </a:r>
            <a:r>
              <a:rPr lang="ko-KR" altLang="en-US" sz="1400" dirty="0">
                <a:cs typeface="Lato Black"/>
              </a:rPr>
              <a:t>이동</a:t>
            </a:r>
            <a:endParaRPr lang="en-US" altLang="ko-KR" sz="1400" dirty="0">
              <a:cs typeface="Lato Black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17746CF-91EF-B07C-909F-8C4FE6A942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599" y="1716768"/>
            <a:ext cx="6536474" cy="3727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006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CBF97-931D-9B05-E617-7DED8CF18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C34A561-4E8D-D78C-2CA3-A8A9FBA1B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BA81F-20B3-4A44-8DB9-FC47C10B49FF}" type="slidenum">
              <a:rPr kumimoji="1" lang="ko-Kore-KR" altLang="en-US" smtClean="0"/>
              <a:t>6</a:t>
            </a:fld>
            <a:endParaRPr kumimoji="1" lang="ko-Kore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E2B62A5-11DC-B4E2-F160-1D270EA0B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Calibration</a:t>
            </a:r>
            <a:r>
              <a:rPr lang="en-US" altLang="ko-KR" dirty="0"/>
              <a:t> process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D1AE98-01E8-D53B-A01A-DD9452A8EC35}"/>
              </a:ext>
            </a:extLst>
          </p:cNvPr>
          <p:cNvSpPr txBox="1"/>
          <p:nvPr/>
        </p:nvSpPr>
        <p:spPr>
          <a:xfrm>
            <a:off x="636154" y="1244844"/>
            <a:ext cx="5105419" cy="20108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en-US" altLang="ko-KR" sz="1400" dirty="0" err="1">
                <a:cs typeface="Lato Black"/>
              </a:rPr>
              <a:t>추가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브라켓을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사용하는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경우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yes를</a:t>
            </a:r>
            <a:r>
              <a:rPr lang="en-US" altLang="ko-KR" sz="1400" dirty="0">
                <a:cs typeface="Lato Black"/>
              </a:rPr>
              <a:t>, </a:t>
            </a:r>
            <a:r>
              <a:rPr lang="en-US" altLang="ko-KR" sz="1400" dirty="0" err="1">
                <a:cs typeface="Lato Black"/>
              </a:rPr>
              <a:t>정밀구동부에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연결할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경우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no을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선택</a:t>
            </a:r>
            <a:endParaRPr lang="en-US" altLang="ko-KR" sz="1400" dirty="0">
              <a:cs typeface="Lato Black"/>
            </a:endParaRPr>
          </a:p>
          <a:p>
            <a:pPr marL="285750" indent="-285750"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en-US" altLang="ko-KR" sz="1400" dirty="0" err="1">
                <a:cs typeface="Lato Black"/>
              </a:rPr>
              <a:t>Connect를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누르면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자동으로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로봇과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연동되며</a:t>
            </a:r>
            <a:r>
              <a:rPr lang="en-US" altLang="ko-KR" sz="1400" dirty="0">
                <a:cs typeface="Lato Black"/>
              </a:rPr>
              <a:t>, </a:t>
            </a:r>
            <a:r>
              <a:rPr lang="en-US" altLang="ko-KR" sz="1400" dirty="0" err="1">
                <a:cs typeface="Lato Black"/>
              </a:rPr>
              <a:t>이후next를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눌러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다음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진행</a:t>
            </a:r>
            <a:endParaRPr lang="en-US" altLang="ko-KR" sz="1400" dirty="0">
              <a:cs typeface="Lato Black"/>
            </a:endParaRPr>
          </a:p>
          <a:p>
            <a:pPr marL="285750" indent="-285750"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en-US" altLang="ko-KR" sz="1400" dirty="0" err="1">
                <a:cs typeface="Lato Black"/>
              </a:rPr>
              <a:t>만약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ip</a:t>
            </a:r>
            <a:r>
              <a:rPr lang="en-US" altLang="ko-KR" sz="1400" dirty="0">
                <a:cs typeface="Lato Black"/>
              </a:rPr>
              <a:t>/port </a:t>
            </a:r>
            <a:r>
              <a:rPr lang="en-US" altLang="ko-KR" sz="1400" dirty="0" err="1">
                <a:cs typeface="Lato Black"/>
              </a:rPr>
              <a:t>항목이</a:t>
            </a:r>
            <a:r>
              <a:rPr lang="en-US" altLang="ko-KR" sz="1400" dirty="0">
                <a:cs typeface="Lato Black"/>
              </a:rPr>
              <a:t> 192.168.30.1:50051 이 </a:t>
            </a:r>
            <a:r>
              <a:rPr lang="en-US" altLang="ko-KR" sz="1400" dirty="0" err="1">
                <a:cs typeface="Lato Black"/>
              </a:rPr>
              <a:t>아닐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경우</a:t>
            </a:r>
            <a:r>
              <a:rPr lang="en-US" altLang="ko-KR" sz="1400" dirty="0">
                <a:cs typeface="Lato Black"/>
              </a:rPr>
              <a:t>, </a:t>
            </a:r>
            <a:r>
              <a:rPr lang="en-US" altLang="ko-KR" sz="1400" dirty="0" err="1">
                <a:cs typeface="Lato Black"/>
              </a:rPr>
              <a:t>카메라가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연결되지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않았을</a:t>
            </a:r>
            <a:r>
              <a:rPr lang="en-US" altLang="ko-KR" sz="1400" dirty="0">
                <a:cs typeface="Lato Black"/>
              </a:rPr>
              <a:t> 수 </a:t>
            </a:r>
            <a:r>
              <a:rPr lang="en-US" altLang="ko-KR" sz="1400" dirty="0" err="1">
                <a:cs typeface="Lato Black"/>
              </a:rPr>
              <a:t>있으니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확인</a:t>
            </a:r>
            <a:r>
              <a:rPr lang="en-US" altLang="ko-KR" sz="1400" dirty="0">
                <a:cs typeface="Lato Black"/>
              </a:rPr>
              <a:t> 후 </a:t>
            </a:r>
            <a:r>
              <a:rPr lang="en-US" altLang="ko-KR" sz="1400" dirty="0" err="1">
                <a:cs typeface="Lato Black"/>
              </a:rPr>
              <a:t>프로그램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재실행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927D6C-43C7-FD10-444F-1AA4DE517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528" y="1442720"/>
            <a:ext cx="5597457" cy="443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477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937E0-8898-19D9-E52D-FC47E218C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08EF2C6-DDAE-EC74-E6BB-36BF7E147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BA81F-20B3-4A44-8DB9-FC47C10B49FF}" type="slidenum">
              <a:rPr kumimoji="1" lang="ko-Kore-KR" altLang="en-US" smtClean="0"/>
              <a:t>7</a:t>
            </a:fld>
            <a:endParaRPr kumimoji="1" lang="ko-Kore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FB39D47-9F04-ADBA-81FB-DDA8F47F7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Calibration</a:t>
            </a:r>
            <a:r>
              <a:rPr lang="en-US" altLang="ko-KR" dirty="0"/>
              <a:t> process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E66FB4-47ED-18CB-FD7A-F53FE67A77F7}"/>
              </a:ext>
            </a:extLst>
          </p:cNvPr>
          <p:cNvSpPr txBox="1"/>
          <p:nvPr/>
        </p:nvSpPr>
        <p:spPr>
          <a:xfrm>
            <a:off x="636154" y="1244844"/>
            <a:ext cx="8550087" cy="7284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ko-KR" altLang="en-US" sz="1400" dirty="0">
                <a:cs typeface="Lato Black"/>
              </a:rPr>
              <a:t>안내에 따라 </a:t>
            </a:r>
            <a:r>
              <a:rPr lang="en-US" altLang="ko-KR" sz="1400" dirty="0" err="1">
                <a:cs typeface="Lato Black"/>
              </a:rPr>
              <a:t>기존의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그리퍼를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해체하고</a:t>
            </a:r>
            <a:r>
              <a:rPr lang="en-US" altLang="ko-KR" sz="1400" dirty="0">
                <a:cs typeface="Lato Black"/>
              </a:rPr>
              <a:t>, </a:t>
            </a:r>
            <a:r>
              <a:rPr lang="en-US" altLang="ko-KR" sz="1400" dirty="0" err="1">
                <a:cs typeface="Lato Black"/>
              </a:rPr>
              <a:t>키트에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있는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브라켓을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장착</a:t>
            </a:r>
            <a:r>
              <a:rPr lang="en-US" altLang="ko-KR" sz="1400" dirty="0">
                <a:cs typeface="Lato Black"/>
              </a:rPr>
              <a:t>(</a:t>
            </a:r>
            <a:r>
              <a:rPr lang="en-US" altLang="ko-KR" sz="1400" dirty="0" err="1">
                <a:cs typeface="Lato Black"/>
              </a:rPr>
              <a:t>분해메뉴얼은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링크를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제공</a:t>
            </a:r>
            <a:r>
              <a:rPr lang="en-US" altLang="ko-KR" sz="1400" dirty="0">
                <a:cs typeface="Lato Black"/>
              </a:rPr>
              <a:t>)</a:t>
            </a:r>
          </a:p>
          <a:p>
            <a:pPr marL="285750" indent="-285750"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ko-KR" altLang="en-US" sz="1400" dirty="0" err="1">
                <a:cs typeface="Lato Black"/>
              </a:rPr>
              <a:t>그리퍼</a:t>
            </a:r>
            <a:r>
              <a:rPr lang="ko-KR" altLang="en-US" sz="1400" dirty="0">
                <a:cs typeface="Lato Black"/>
              </a:rPr>
              <a:t> 해제 시 만일을 대비하여 </a:t>
            </a:r>
            <a:r>
              <a:rPr lang="ko-KR" altLang="en-US" sz="1400" dirty="0" err="1">
                <a:cs typeface="Lato Black"/>
              </a:rPr>
              <a:t>그리퍼쪽</a:t>
            </a:r>
            <a:r>
              <a:rPr lang="ko-KR" altLang="en-US" sz="1400" dirty="0">
                <a:cs typeface="Lato Black"/>
              </a:rPr>
              <a:t> </a:t>
            </a:r>
            <a:r>
              <a:rPr lang="en-US" altLang="ko-KR" sz="1400" dirty="0">
                <a:cs typeface="Lato Black"/>
              </a:rPr>
              <a:t>power</a:t>
            </a:r>
            <a:r>
              <a:rPr lang="ko-KR" altLang="en-US" sz="1400" dirty="0">
                <a:cs typeface="Lato Black"/>
              </a:rPr>
              <a:t>를 </a:t>
            </a:r>
            <a:r>
              <a:rPr lang="en-US" altLang="ko-KR" sz="1400" dirty="0">
                <a:cs typeface="Lato Black"/>
              </a:rPr>
              <a:t>off (</a:t>
            </a:r>
            <a:r>
              <a:rPr lang="ko-KR" altLang="en-US" sz="1400" dirty="0" err="1">
                <a:cs typeface="Lato Black"/>
              </a:rPr>
              <a:t>빨간버튼</a:t>
            </a:r>
            <a:r>
              <a:rPr lang="ko-KR" altLang="en-US" sz="1400" dirty="0">
                <a:cs typeface="Lato Black"/>
              </a:rPr>
              <a:t> 참고</a:t>
            </a:r>
            <a:r>
              <a:rPr lang="en-US" altLang="ko-KR" sz="1400" dirty="0">
                <a:cs typeface="Lato Black"/>
              </a:rPr>
              <a:t>)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09868DF-AE67-8E71-605D-FFC676BA6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5634" y="1973375"/>
            <a:ext cx="7660731" cy="4539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430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64AEC-ECAB-3595-3AEE-F6663C09B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DFFD41C-3903-0097-8EF3-DB00A4245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7400" y="1919021"/>
            <a:ext cx="7751943" cy="4581430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9E5627C-3134-046D-AC13-BF5F8844F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BA81F-20B3-4A44-8DB9-FC47C10B49FF}" type="slidenum">
              <a:rPr kumimoji="1" lang="ko-Kore-KR" altLang="en-US" smtClean="0"/>
              <a:t>8</a:t>
            </a:fld>
            <a:endParaRPr kumimoji="1" lang="ko-Kore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30237A5-D117-09F9-A8D3-B93C8A23A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Calibration</a:t>
            </a:r>
            <a:r>
              <a:rPr lang="en-US" altLang="ko-KR" dirty="0"/>
              <a:t> process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324FFE-C962-2A0F-39FC-B8DE1885F8FC}"/>
              </a:ext>
            </a:extLst>
          </p:cNvPr>
          <p:cNvSpPr txBox="1"/>
          <p:nvPr/>
        </p:nvSpPr>
        <p:spPr>
          <a:xfrm>
            <a:off x="636154" y="1244844"/>
            <a:ext cx="8550087" cy="7284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en-US" altLang="ko-KR" sz="1400" dirty="0" err="1">
                <a:cs typeface="Lato Black"/>
              </a:rPr>
              <a:t>카메라의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밝기를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조절</a:t>
            </a:r>
            <a:r>
              <a:rPr lang="en-US" altLang="ko-KR" sz="1400" dirty="0">
                <a:cs typeface="Lato Black"/>
              </a:rPr>
              <a:t>(</a:t>
            </a:r>
            <a:r>
              <a:rPr lang="en-US" altLang="ko-KR" sz="1400" dirty="0" err="1">
                <a:cs typeface="Lato Black"/>
              </a:rPr>
              <a:t>체크박스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해제</a:t>
            </a:r>
            <a:r>
              <a:rPr lang="en-US" altLang="ko-KR" sz="1400" dirty="0">
                <a:cs typeface="Lato Black"/>
              </a:rPr>
              <a:t> 후 </a:t>
            </a:r>
            <a:r>
              <a:rPr lang="en-US" altLang="ko-KR" sz="1400" dirty="0" err="1">
                <a:cs typeface="Lato Black"/>
              </a:rPr>
              <a:t>값을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줄이거나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늘려가며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밝기를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조절</a:t>
            </a:r>
            <a:r>
              <a:rPr lang="en-US" altLang="ko-KR" sz="1400" dirty="0">
                <a:cs typeface="Lato Black"/>
              </a:rPr>
              <a:t>. </a:t>
            </a:r>
            <a:r>
              <a:rPr lang="en-US" altLang="ko-KR" sz="1400" dirty="0" err="1">
                <a:cs typeface="Lato Black"/>
              </a:rPr>
              <a:t>살짝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어두울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때까지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진행</a:t>
            </a:r>
            <a:r>
              <a:rPr lang="en-US" altLang="ko-KR" sz="1400" dirty="0">
                <a:cs typeface="Lato Black"/>
              </a:rPr>
              <a:t>)</a:t>
            </a:r>
          </a:p>
          <a:p>
            <a:pPr marL="285750" indent="-285750"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en-US" altLang="ko-KR" sz="1400" dirty="0" err="1">
                <a:cs typeface="Lato Black"/>
              </a:rPr>
              <a:t>완료했습니다라는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체크박스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클릭</a:t>
            </a:r>
            <a:r>
              <a:rPr lang="en-US" altLang="ko-KR" sz="1400" dirty="0">
                <a:cs typeface="Lato Black"/>
              </a:rPr>
              <a:t> 후 next </a:t>
            </a:r>
            <a:r>
              <a:rPr lang="en-US" altLang="ko-KR" sz="1400" dirty="0" err="1">
                <a:cs typeface="Lato Black"/>
              </a:rPr>
              <a:t>진행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FDE442-0508-6CB3-7DEE-B36695A8A69B}"/>
              </a:ext>
            </a:extLst>
          </p:cNvPr>
          <p:cNvSpPr/>
          <p:nvPr/>
        </p:nvSpPr>
        <p:spPr>
          <a:xfrm>
            <a:off x="7060907" y="3988954"/>
            <a:ext cx="2915605" cy="220797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252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F8559-7BAD-8B14-1908-24FB9258B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48E4424-FFA0-D1CC-93FA-F075B677D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BA81F-20B3-4A44-8DB9-FC47C10B49FF}" type="slidenum">
              <a:rPr kumimoji="1" lang="ko-Kore-KR" altLang="en-US" smtClean="0"/>
              <a:t>9</a:t>
            </a:fld>
            <a:endParaRPr kumimoji="1" lang="ko-Kore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0EF41FF-4BB9-5AA5-6A27-0B7DAFE1F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Calibration</a:t>
            </a:r>
            <a:r>
              <a:rPr lang="en-US" altLang="ko-KR" dirty="0"/>
              <a:t> process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F9F353-54DA-C573-43F7-03AA9B85236B}"/>
              </a:ext>
            </a:extLst>
          </p:cNvPr>
          <p:cNvSpPr txBox="1"/>
          <p:nvPr/>
        </p:nvSpPr>
        <p:spPr>
          <a:xfrm>
            <a:off x="636154" y="1244844"/>
            <a:ext cx="4531445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en-US" altLang="ko-KR" sz="1400" dirty="0" err="1">
                <a:cs typeface="Lato Black"/>
              </a:rPr>
              <a:t>로봇을</a:t>
            </a:r>
            <a:r>
              <a:rPr lang="en-US" altLang="ko-KR" sz="1400" dirty="0">
                <a:cs typeface="Lato Black"/>
              </a:rPr>
              <a:t> zero </a:t>
            </a:r>
            <a:r>
              <a:rPr lang="en-US" altLang="ko-KR" sz="1400" dirty="0" err="1">
                <a:cs typeface="Lato Black"/>
              </a:rPr>
              <a:t>position으로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보내기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위해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버튼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클릭</a:t>
            </a:r>
            <a:r>
              <a:rPr lang="en-US" altLang="ko-KR" sz="1400" dirty="0">
                <a:cs typeface="Lato Black"/>
              </a:rPr>
              <a:t> 후 </a:t>
            </a:r>
            <a:r>
              <a:rPr lang="en-US" altLang="ko-KR" sz="1400" dirty="0" err="1">
                <a:cs typeface="Lato Black"/>
              </a:rPr>
              <a:t>next가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활성화되면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다음으로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이동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D8D053-7FDA-95E5-735C-E8F91755E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1608" y="1385454"/>
            <a:ext cx="5844860" cy="4670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726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D21A6-28FF-E250-9C07-631738D12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4D1981B5-4B24-ECCD-A44A-AEDFA9AC7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5610" y="2913105"/>
            <a:ext cx="4616590" cy="2722728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2FC499A-B0FA-78F1-22EB-72A743C2B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BA81F-20B3-4A44-8DB9-FC47C10B49FF}" type="slidenum">
              <a:rPr kumimoji="1" lang="ko-Kore-KR" altLang="en-US" smtClean="0"/>
              <a:t>10</a:t>
            </a:fld>
            <a:endParaRPr kumimoji="1" lang="ko-Kore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8933898-17D1-CA4A-FE00-0F079A97F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Calibration</a:t>
            </a:r>
            <a:r>
              <a:rPr lang="en-US" altLang="ko-KR" dirty="0"/>
              <a:t> process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6FBF7F-5D80-DFD0-87ED-7DE12C908860}"/>
              </a:ext>
            </a:extLst>
          </p:cNvPr>
          <p:cNvSpPr txBox="1"/>
          <p:nvPr/>
        </p:nvSpPr>
        <p:spPr>
          <a:xfrm>
            <a:off x="636154" y="1244844"/>
            <a:ext cx="6283055" cy="114903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en-US" altLang="ko-KR" sz="1400" dirty="0" err="1">
                <a:cs typeface="Lato Black"/>
              </a:rPr>
              <a:t>로봇의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티칭버튼을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눌러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SR,ELBOW를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회전</a:t>
            </a:r>
            <a:r>
              <a:rPr lang="en-US" altLang="ko-KR" sz="1400" dirty="0">
                <a:cs typeface="Lato Black"/>
              </a:rPr>
              <a:t>.</a:t>
            </a:r>
            <a:endParaRPr lang="en-US" dirty="0"/>
          </a:p>
          <a:p>
            <a:pPr marL="285750" indent="-285750"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en-US" altLang="ko-KR" sz="1400" dirty="0" err="1">
                <a:cs typeface="Lato Black"/>
              </a:rPr>
              <a:t>완료</a:t>
            </a:r>
            <a:r>
              <a:rPr lang="en-US" altLang="ko-KR" sz="1400" dirty="0">
                <a:cs typeface="Lato Black"/>
              </a:rPr>
              <a:t> 후 reset home offset </a:t>
            </a:r>
            <a:r>
              <a:rPr lang="en-US" altLang="ko-KR" sz="1400" dirty="0" err="1">
                <a:cs typeface="Lato Black"/>
              </a:rPr>
              <a:t>버튼을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누른</a:t>
            </a:r>
            <a:r>
              <a:rPr lang="en-US" altLang="ko-KR" sz="1400" dirty="0">
                <a:cs typeface="Lato Black"/>
              </a:rPr>
              <a:t> 후 </a:t>
            </a:r>
            <a:r>
              <a:rPr lang="en-US" altLang="ko-KR" sz="1400" dirty="0" err="1">
                <a:cs typeface="Lato Black"/>
              </a:rPr>
              <a:t>ok를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눌러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초기자세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세팅</a:t>
            </a:r>
          </a:p>
          <a:p>
            <a:pPr marL="285750" indent="-285750"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en-US" altLang="ko-KR" sz="1400" dirty="0" err="1">
                <a:cs typeface="Lato Black"/>
              </a:rPr>
              <a:t>만약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이미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세팅</a:t>
            </a:r>
            <a:r>
              <a:rPr lang="en-US" altLang="ko-KR" sz="1400" dirty="0">
                <a:cs typeface="Lato Black"/>
              </a:rPr>
              <a:t> 후 </a:t>
            </a:r>
            <a:r>
              <a:rPr lang="en-US" altLang="ko-KR" sz="1400" dirty="0" err="1">
                <a:cs typeface="Lato Black"/>
              </a:rPr>
              <a:t>다시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프로그램을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켰으면</a:t>
            </a:r>
            <a:r>
              <a:rPr lang="en-US" altLang="ko-KR" sz="1400" dirty="0">
                <a:cs typeface="Lato Black"/>
              </a:rPr>
              <a:t>, skip </a:t>
            </a:r>
            <a:r>
              <a:rPr lang="en-US" altLang="ko-KR" sz="1400" dirty="0" err="1">
                <a:cs typeface="Lato Black"/>
              </a:rPr>
              <a:t>step을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눌러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다음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진행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50A58D-1628-187B-B02A-5A83B0757EE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213" t="20635" r="18098" b="20058"/>
          <a:stretch>
            <a:fillRect/>
          </a:stretch>
        </p:blipFill>
        <p:spPr>
          <a:xfrm>
            <a:off x="3851453" y="3344881"/>
            <a:ext cx="3061826" cy="22860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98AF20-68CD-478D-A4EC-7DA96D081A62}"/>
              </a:ext>
            </a:extLst>
          </p:cNvPr>
          <p:cNvSpPr txBox="1"/>
          <p:nvPr/>
        </p:nvSpPr>
        <p:spPr>
          <a:xfrm>
            <a:off x="1661809" y="5729081"/>
            <a:ext cx="1120821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altLang="ko-KR" sz="1200">
                <a:latin typeface="Roboto"/>
                <a:cs typeface="Roboto"/>
              </a:rPr>
              <a:t>Set zero pose</a:t>
            </a:r>
            <a:endParaRPr lang="en-US" altLang="ko-KR" sz="1200" dirty="0">
              <a:latin typeface="Roboto"/>
              <a:cs typeface="Roboto"/>
            </a:endParaRPr>
          </a:p>
        </p:txBody>
      </p:sp>
      <p:pic>
        <p:nvPicPr>
          <p:cNvPr id="10" name="Picture 9" descr="A collage of a robot&#10;&#10;AI-generated content may be incorrect.">
            <a:extLst>
              <a:ext uri="{FF2B5EF4-FFF2-40B4-BE49-F238E27FC236}">
                <a16:creationId xmlns:a16="http://schemas.microsoft.com/office/drawing/2014/main" id="{CEE345E9-A073-AE45-E06E-D3108D8B94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195" y="2776531"/>
            <a:ext cx="2999317" cy="285326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4B0AA43-6A65-6B4C-0CEB-9B9BCC915F8E}"/>
              </a:ext>
            </a:extLst>
          </p:cNvPr>
          <p:cNvSpPr/>
          <p:nvPr/>
        </p:nvSpPr>
        <p:spPr>
          <a:xfrm flipV="1">
            <a:off x="8820808" y="4940463"/>
            <a:ext cx="1262578" cy="4094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465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A5181-2718-8B66-EB91-20CD60131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D4F97F1-8E43-D464-2173-F46A6220D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BA81F-20B3-4A44-8DB9-FC47C10B49FF}" type="slidenum">
              <a:rPr kumimoji="1" lang="ko-Kore-KR" altLang="en-US" smtClean="0"/>
              <a:t>11</a:t>
            </a:fld>
            <a:endParaRPr kumimoji="1" lang="ko-Kore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FEBD844-0DF0-6468-254C-3C5CDBCC9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Calibration</a:t>
            </a:r>
            <a:r>
              <a:rPr lang="en-US" altLang="ko-KR" dirty="0"/>
              <a:t> process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E645DA-547C-5D4D-DFAF-6056040F4616}"/>
              </a:ext>
            </a:extLst>
          </p:cNvPr>
          <p:cNvSpPr txBox="1"/>
          <p:nvPr/>
        </p:nvSpPr>
        <p:spPr>
          <a:xfrm>
            <a:off x="636154" y="1244844"/>
            <a:ext cx="4531445" cy="136447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en-US" altLang="ko-KR" sz="1400" dirty="0">
                <a:cs typeface="Lato Black"/>
              </a:rPr>
              <a:t>Start </a:t>
            </a:r>
            <a:r>
              <a:rPr lang="en-US" altLang="ko-KR" sz="1400" dirty="0" err="1">
                <a:cs typeface="Lato Black"/>
              </a:rPr>
              <a:t>calibration버튼을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눌러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캘리브레이션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시작</a:t>
            </a:r>
            <a:endParaRPr lang="en-US" altLang="ko-KR" sz="1400">
              <a:cs typeface="Lato Black"/>
            </a:endParaRPr>
          </a:p>
          <a:p>
            <a:pPr marL="285750" indent="-285750"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en-US" altLang="ko-KR" sz="1400" dirty="0" err="1">
                <a:cs typeface="Lato Black"/>
              </a:rPr>
              <a:t>상황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모니터링을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하고싶을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경우</a:t>
            </a:r>
            <a:r>
              <a:rPr lang="en-US" altLang="ko-KR" sz="1400" dirty="0">
                <a:cs typeface="Lato Black"/>
              </a:rPr>
              <a:t>, open camera </a:t>
            </a:r>
            <a:r>
              <a:rPr lang="en-US" altLang="ko-KR" sz="1400" dirty="0" err="1">
                <a:cs typeface="Lato Black"/>
              </a:rPr>
              <a:t>feed를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통해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카메라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화면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확인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가능</a:t>
            </a:r>
          </a:p>
          <a:p>
            <a:pPr marL="285750" indent="-285750"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en-US" altLang="ko-KR" sz="1400" dirty="0" err="1">
                <a:cs typeface="Lato Black"/>
              </a:rPr>
              <a:t>일반적으로</a:t>
            </a:r>
            <a:r>
              <a:rPr lang="en-US" altLang="ko-KR" sz="1400" dirty="0">
                <a:cs typeface="Lato Black"/>
              </a:rPr>
              <a:t> 약 20분 </a:t>
            </a:r>
            <a:r>
              <a:rPr lang="en-US" altLang="ko-KR" sz="1400" dirty="0" err="1">
                <a:cs typeface="Lato Black"/>
              </a:rPr>
              <a:t>소요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B90308-8FE2-BDF4-0E81-864CB6B9E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3082" y="1248558"/>
            <a:ext cx="6459243" cy="51435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650F9CE-3E1A-4B84-CDFB-23753FFA2E83}"/>
              </a:ext>
            </a:extLst>
          </p:cNvPr>
          <p:cNvSpPr/>
          <p:nvPr/>
        </p:nvSpPr>
        <p:spPr>
          <a:xfrm>
            <a:off x="7467434" y="3424875"/>
            <a:ext cx="2321461" cy="6696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4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A1840-1E6E-70C7-4C56-F87DD4050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73EDCDC-C295-88E9-9073-31E9FE662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BA81F-20B3-4A44-8DB9-FC47C10B49FF}" type="slidenum">
              <a:rPr kumimoji="1" lang="ko-Kore-KR" altLang="en-US" smtClean="0"/>
              <a:t>12</a:t>
            </a:fld>
            <a:endParaRPr kumimoji="1" lang="ko-Kore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47CBB67-25F4-07DC-952B-75F5E0BCB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Calibration</a:t>
            </a:r>
            <a:r>
              <a:rPr lang="en-US" altLang="ko-KR" dirty="0"/>
              <a:t> process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07E96A-B9E6-A5A5-C34A-D16BB9FA177A}"/>
              </a:ext>
            </a:extLst>
          </p:cNvPr>
          <p:cNvSpPr txBox="1"/>
          <p:nvPr/>
        </p:nvSpPr>
        <p:spPr>
          <a:xfrm>
            <a:off x="636154" y="1244844"/>
            <a:ext cx="4531445" cy="7284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en-US" altLang="ko-KR" sz="1400" dirty="0" err="1">
                <a:cs typeface="Lato Black"/>
              </a:rPr>
              <a:t>보정값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계산이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완료되면</a:t>
            </a:r>
            <a:r>
              <a:rPr lang="en-US" altLang="ko-KR" sz="1400" dirty="0">
                <a:cs typeface="Lato Black"/>
              </a:rPr>
              <a:t>, </a:t>
            </a:r>
            <a:r>
              <a:rPr lang="en-US" altLang="ko-KR" sz="1400" dirty="0" err="1">
                <a:cs typeface="Lato Black"/>
              </a:rPr>
              <a:t>안내메시지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확인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가능</a:t>
            </a:r>
          </a:p>
          <a:p>
            <a:pPr marL="285750" indent="-285750"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en-US" altLang="ko-KR" sz="1400" dirty="0">
                <a:cs typeface="Lato Black"/>
              </a:rPr>
              <a:t>Ok를 </a:t>
            </a:r>
            <a:r>
              <a:rPr lang="en-US" altLang="ko-KR" sz="1400" dirty="0" err="1">
                <a:cs typeface="Lato Black"/>
              </a:rPr>
              <a:t>누르고</a:t>
            </a:r>
            <a:r>
              <a:rPr lang="en-US" altLang="ko-KR" sz="1400" dirty="0">
                <a:cs typeface="Lato Black"/>
              </a:rPr>
              <a:t> next </a:t>
            </a:r>
            <a:r>
              <a:rPr lang="en-US" altLang="ko-KR" sz="1400" dirty="0" err="1">
                <a:cs typeface="Lato Black"/>
              </a:rPr>
              <a:t>진행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C75024-3B88-EEBA-FEDA-32FCD1A84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1193" y="1345869"/>
            <a:ext cx="5775587" cy="458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983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8B26E-446A-5A97-3AA7-FDC435205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7FCD85D-2957-447D-A0E9-EFDC1DDFF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BA81F-20B3-4A44-8DB9-FC47C10B49FF}" type="slidenum">
              <a:rPr kumimoji="1" lang="ko-Kore-KR" altLang="en-US" smtClean="0"/>
              <a:t>13</a:t>
            </a:fld>
            <a:endParaRPr kumimoji="1" lang="ko-Kore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65BF302-1228-F7A8-23BB-E028D516E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Calibration</a:t>
            </a:r>
            <a:r>
              <a:rPr lang="en-US" altLang="ko-KR" dirty="0"/>
              <a:t> process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FD5279-DECA-0CD3-F64A-BC014AB5C18B}"/>
              </a:ext>
            </a:extLst>
          </p:cNvPr>
          <p:cNvSpPr txBox="1"/>
          <p:nvPr/>
        </p:nvSpPr>
        <p:spPr>
          <a:xfrm>
            <a:off x="636154" y="1244844"/>
            <a:ext cx="4531445" cy="26366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en-US" altLang="ko-KR" sz="1400" dirty="0">
                <a:cs typeface="Lato Black"/>
              </a:rPr>
              <a:t>New offset zero / check pose 를 </a:t>
            </a:r>
            <a:r>
              <a:rPr lang="en-US" altLang="ko-KR" sz="1400" dirty="0" err="1">
                <a:cs typeface="Lato Black"/>
              </a:rPr>
              <a:t>누르면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보정된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값을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적용한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로봇의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샘플자세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확인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가능</a:t>
            </a:r>
            <a:endParaRPr lang="en-US" altLang="ko-KR" sz="1400" dirty="0">
              <a:cs typeface="Lato Black"/>
            </a:endParaRPr>
          </a:p>
          <a:p>
            <a:pPr marL="285750" indent="-285750"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en-US" altLang="ko-KR" sz="1400" dirty="0">
                <a:cs typeface="Lato Black"/>
              </a:rPr>
              <a:t>Rollback zero / check pose 를 </a:t>
            </a:r>
            <a:r>
              <a:rPr lang="en-US" altLang="ko-KR" sz="1400" dirty="0" err="1">
                <a:cs typeface="Lato Black"/>
              </a:rPr>
              <a:t>누르면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이전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값의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샘플자세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확인가능</a:t>
            </a:r>
            <a:endParaRPr lang="en-US" altLang="ko-KR" sz="1400" dirty="0">
              <a:cs typeface="Lato Black"/>
            </a:endParaRPr>
          </a:p>
          <a:p>
            <a:pPr marL="285750" indent="-285750"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en-US" altLang="ko-KR" sz="1400" dirty="0" err="1">
                <a:cs typeface="Lato Black"/>
              </a:rPr>
              <a:t>이후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결과에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따라</a:t>
            </a:r>
            <a:r>
              <a:rPr lang="en-US" altLang="ko-KR" sz="1400" dirty="0">
                <a:cs typeface="Lato Black"/>
              </a:rPr>
              <a:t> rollback joint / apply new </a:t>
            </a:r>
            <a:r>
              <a:rPr lang="en-US" altLang="ko-KR" sz="1400" dirty="0" err="1">
                <a:cs typeface="Lato Black"/>
              </a:rPr>
              <a:t>offset을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눌러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이전값으로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되돌리거나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보정된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값을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적용</a:t>
            </a:r>
            <a:r>
              <a:rPr lang="en-US" altLang="ko-KR" sz="1400" dirty="0">
                <a:cs typeface="Lato Black"/>
              </a:rPr>
              <a:t> </a:t>
            </a:r>
            <a:r>
              <a:rPr lang="en-US" altLang="ko-KR" sz="1400" dirty="0" err="1">
                <a:cs typeface="Lato Black"/>
              </a:rPr>
              <a:t>가능</a:t>
            </a:r>
            <a:r>
              <a:rPr lang="en-US" altLang="ko-KR" sz="1400" dirty="0">
                <a:cs typeface="Lato Black"/>
              </a:rPr>
              <a:t>.</a:t>
            </a:r>
          </a:p>
          <a:p>
            <a:pPr marL="285750" indent="-285750"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FF0000"/>
                </a:solidFill>
                <a:cs typeface="Lato Black"/>
              </a:rPr>
              <a:t>롤백을</a:t>
            </a:r>
            <a:r>
              <a:rPr lang="en-US" altLang="ko-KR" sz="1400" dirty="0">
                <a:solidFill>
                  <a:srgbClr val="FF0000"/>
                </a:solidFill>
                <a:cs typeface="Lato Black"/>
              </a:rPr>
              <a:t> </a:t>
            </a:r>
            <a:r>
              <a:rPr lang="ko-KR" altLang="en-US" sz="1400" dirty="0">
                <a:solidFill>
                  <a:srgbClr val="FF0000"/>
                </a:solidFill>
                <a:cs typeface="Lato Black"/>
              </a:rPr>
              <a:t>할 경우 </a:t>
            </a:r>
            <a:r>
              <a:rPr lang="ko-KR" altLang="en-US" sz="1400" dirty="0" err="1">
                <a:solidFill>
                  <a:srgbClr val="FF0000"/>
                </a:solidFill>
                <a:cs typeface="Lato Black"/>
              </a:rPr>
              <a:t>보정값</a:t>
            </a:r>
            <a:r>
              <a:rPr lang="ko-KR" altLang="en-US" sz="1400" dirty="0">
                <a:solidFill>
                  <a:srgbClr val="FF0000"/>
                </a:solidFill>
                <a:cs typeface="Lato Black"/>
              </a:rPr>
              <a:t> 삭제</a:t>
            </a:r>
            <a:endParaRPr lang="en-US" altLang="ko-KR" sz="1400" dirty="0">
              <a:solidFill>
                <a:srgbClr val="FF0000"/>
              </a:solidFill>
              <a:cs typeface="Lato Black"/>
            </a:endParaRPr>
          </a:p>
          <a:p>
            <a:pPr marL="285750" indent="-285750"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ko-KR" altLang="en-US" sz="1400" dirty="0" err="1">
                <a:solidFill>
                  <a:srgbClr val="FF0000"/>
                </a:solidFill>
                <a:cs typeface="Lato Black"/>
              </a:rPr>
              <a:t>보정적용할</a:t>
            </a:r>
            <a:r>
              <a:rPr lang="ko-KR" altLang="en-US" sz="1400" dirty="0">
                <a:solidFill>
                  <a:srgbClr val="FF0000"/>
                </a:solidFill>
                <a:cs typeface="Lato Black"/>
              </a:rPr>
              <a:t> 경우 </a:t>
            </a:r>
            <a:r>
              <a:rPr lang="ko-KR" altLang="en-US" sz="1400" dirty="0" err="1">
                <a:solidFill>
                  <a:srgbClr val="FF0000"/>
                </a:solidFill>
                <a:cs typeface="Lato Black"/>
              </a:rPr>
              <a:t>롤백값</a:t>
            </a:r>
            <a:r>
              <a:rPr lang="ko-KR" altLang="en-US" sz="1400" dirty="0">
                <a:solidFill>
                  <a:srgbClr val="FF0000"/>
                </a:solidFill>
                <a:cs typeface="Lato Black"/>
              </a:rPr>
              <a:t> 삭제</a:t>
            </a:r>
            <a:endParaRPr lang="en-US" altLang="ko-KR" sz="1400" dirty="0">
              <a:solidFill>
                <a:srgbClr val="FF0000"/>
              </a:solidFill>
              <a:cs typeface="Lato Black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04E743E-74E1-0F44-4992-E00651D3B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403" y="1053607"/>
            <a:ext cx="6074094" cy="543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974995"/>
      </p:ext>
    </p:extLst>
  </p:cSld>
  <p:clrMapOvr>
    <a:masterClrMapping/>
  </p:clrMapOvr>
</p:sld>
</file>

<file path=ppt/theme/theme1.xml><?xml version="1.0" encoding="utf-8"?>
<a:theme xmlns:a="http://schemas.openxmlformats.org/drawingml/2006/main" name="1_빨강">
  <a:themeElements>
    <a:clrScheme name="사용자 지정 1">
      <a:dk1>
        <a:srgbClr val="424762"/>
      </a:dk1>
      <a:lt1>
        <a:srgbClr val="FFFFFF"/>
      </a:lt1>
      <a:dk2>
        <a:srgbClr val="424762"/>
      </a:dk2>
      <a:lt2>
        <a:srgbClr val="FFFFFF"/>
      </a:lt2>
      <a:accent1>
        <a:srgbClr val="D3412D"/>
      </a:accent1>
      <a:accent2>
        <a:srgbClr val="DC3C30"/>
      </a:accent2>
      <a:accent3>
        <a:srgbClr val="8A8D8E"/>
      </a:accent3>
      <a:accent4>
        <a:srgbClr val="C8C9C7"/>
      </a:accent4>
      <a:accent5>
        <a:srgbClr val="D3D6E1"/>
      </a:accent5>
      <a:accent6>
        <a:srgbClr val="DCDEE7"/>
      </a:accent6>
      <a:hlink>
        <a:srgbClr val="424762"/>
      </a:hlink>
      <a:folHlink>
        <a:srgbClr val="212330"/>
      </a:folHlink>
    </a:clrScheme>
    <a:fontScheme name="사용자 지정 1">
      <a:majorFont>
        <a:latin typeface="Roboto SemiBold"/>
        <a:ea typeface="Noto Sans KR SemiBold"/>
        <a:cs typeface=""/>
      </a:majorFont>
      <a:minorFont>
        <a:latin typeface="Roboto"/>
        <a:ea typeface="Noto Sans K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2000" dirty="0" smtClean="0">
            <a:latin typeface="+mn-ea"/>
            <a:cs typeface="Lato Black" panose="020F050202020403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red" id="{FC33079C-8829-0B4F-AB12-BEB6E36384F4}" vid="{12ECC8A5-C703-D34A-B86A-4DA5586F4822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c92107f-a772-478e-acd3-590eacdc3815" xsi:nil="true"/>
    <lcf76f155ced4ddcb4097134ff3c332f xmlns="b9413ca5-cf0e-4af5-9e45-cf9af7a369d2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D2C0F49705FE1049B48B3E4A558FEA18" ma:contentTypeVersion="11" ma:contentTypeDescription="새 문서를 만듭니다." ma:contentTypeScope="" ma:versionID="ff33536efaabbb409f80691a9faa85a9">
  <xsd:schema xmlns:xsd="http://www.w3.org/2001/XMLSchema" xmlns:xs="http://www.w3.org/2001/XMLSchema" xmlns:p="http://schemas.microsoft.com/office/2006/metadata/properties" xmlns:ns2="b9413ca5-cf0e-4af5-9e45-cf9af7a369d2" xmlns:ns3="6c92107f-a772-478e-acd3-590eacdc3815" targetNamespace="http://schemas.microsoft.com/office/2006/metadata/properties" ma:root="true" ma:fieldsID="8598cdbb0a42dca0f1f60506f2d60d89" ns2:_="" ns3:_="">
    <xsd:import namespace="b9413ca5-cf0e-4af5-9e45-cf9af7a369d2"/>
    <xsd:import namespace="6c92107f-a772-478e-acd3-590eacdc381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413ca5-cf0e-4af5-9e45-cf9af7a369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이미지 태그" ma:readOnly="false" ma:fieldId="{5cf76f15-5ced-4ddc-b409-7134ff3c332f}" ma:taxonomyMulti="true" ma:sspId="9141518d-d8c6-463c-9d9f-9c38c582355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92107f-a772-478e-acd3-590eacdc3815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7c4a506a-6e80-4cf4-adfc-07d6a1c9f6c2}" ma:internalName="TaxCatchAll" ma:showField="CatchAllData" ma:web="6c92107f-a772-478e-acd3-590eacdc381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28F9059-667C-45E2-A44F-DA4BBD3011C2}">
  <ds:schemaRefs>
    <ds:schemaRef ds:uri="6c92107f-a772-478e-acd3-590eacdc3815"/>
    <ds:schemaRef ds:uri="b9413ca5-cf0e-4af5-9e45-cf9af7a369d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94C9F2E-E216-4947-B7F5-631C495DF5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D7F4D85-E363-4593-A924-7630347DBFBC}">
  <ds:schemaRefs>
    <ds:schemaRef ds:uri="6c92107f-a772-478e-acd3-590eacdc3815"/>
    <ds:schemaRef ds:uri="b9413ca5-cf0e-4af5-9e45-cf9af7a369d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208</TotalTime>
  <Words>397</Words>
  <Application>Microsoft Office PowerPoint</Application>
  <PresentationFormat>와이드스크린</PresentationFormat>
  <Paragraphs>75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3" baseType="lpstr">
      <vt:lpstr>Noto Sans KR</vt:lpstr>
      <vt:lpstr>Lato Black</vt:lpstr>
      <vt:lpstr>Roboto SemiBold</vt:lpstr>
      <vt:lpstr>Aptos</vt:lpstr>
      <vt:lpstr>Arial</vt:lpstr>
      <vt:lpstr>Noto Sans KR Light</vt:lpstr>
      <vt:lpstr>Roboto Black</vt:lpstr>
      <vt:lpstr>Roboto ExtraLight</vt:lpstr>
      <vt:lpstr>Roboto</vt:lpstr>
      <vt:lpstr>1_빨강</vt:lpstr>
      <vt:lpstr>PowerPoint 프레젠테이션</vt:lpstr>
      <vt:lpstr>Calibration process</vt:lpstr>
      <vt:lpstr>Calibration process</vt:lpstr>
      <vt:lpstr>Calibration process</vt:lpstr>
      <vt:lpstr>Calibration process</vt:lpstr>
      <vt:lpstr>Calibration process</vt:lpstr>
      <vt:lpstr>Calibration process</vt:lpstr>
      <vt:lpstr>Calibration process</vt:lpstr>
      <vt:lpstr>Calibration process</vt:lpstr>
      <vt:lpstr>Calibration process</vt:lpstr>
      <vt:lpstr>Calibration process</vt:lpstr>
      <vt:lpstr>Calibration process</vt:lpstr>
      <vt:lpstr>Calibration process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김태인</dc:creator>
  <cp:lastModifiedBy>전상민</cp:lastModifiedBy>
  <cp:revision>2150</cp:revision>
  <cp:lastPrinted>2025-01-21T02:30:02Z</cp:lastPrinted>
  <dcterms:created xsi:type="dcterms:W3CDTF">2024-09-20T00:55:12Z</dcterms:created>
  <dcterms:modified xsi:type="dcterms:W3CDTF">2026-10-19T08:04:16Z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0x010100D2C0F49705FE1049B48B3E4A558FEA18</vt:lpwstr>
  </property>
  <property fmtid="{D5CDD505-2E9C-101B-9397-08002B2CF9AE}" pid="3" name="MediaServiceImageTags">
    <vt:lpwstr/>
  </property>
</Properties>
</file>